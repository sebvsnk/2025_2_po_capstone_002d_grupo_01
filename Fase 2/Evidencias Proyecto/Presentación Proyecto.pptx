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video/mp4" Extension="mp4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x="18288000" cy="10287000"/>
  <p:notesSz cx="6858000" cy="9144000"/>
  <p:embeddedFontLst>
    <p:embeddedFont>
      <p:font typeface="Montserrat Bold" charset="1" panose="00000800000000000000"/>
      <p:regular r:id="rId29"/>
    </p:embeddedFont>
    <p:embeddedFont>
      <p:font typeface="Public Sans Bold" charset="1" panose="00000000000000000000"/>
      <p:regular r:id="rId30"/>
    </p:embeddedFont>
    <p:embeddedFont>
      <p:font typeface="Public Sans" charset="1" panose="00000000000000000000"/>
      <p:regular r:id="rId31"/>
    </p:embeddedFont>
    <p:embeddedFont>
      <p:font typeface="Open Sans Bold" charset="1" panose="020B0806030504020204"/>
      <p:regular r:id="rId32"/>
    </p:embeddedFont>
    <p:embeddedFont>
      <p:font typeface="Public Sans Medium" charset="1" panose="00000000000000000000"/>
      <p:regular r:id="rId33"/>
    </p:embeddedFont>
    <p:embeddedFont>
      <p:font typeface="Barlow Bold" charset="1" panose="00000800000000000000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11" Target="../media/image10.png" Type="http://schemas.openxmlformats.org/officeDocument/2006/relationships/image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jpe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png" Type="http://schemas.openxmlformats.org/officeDocument/2006/relationships/image"/><Relationship Id="rId11" Target="../media/image9.svg" Type="http://schemas.openxmlformats.org/officeDocument/2006/relationships/image"/><Relationship Id="rId12" Target="../media/image16.png" Type="http://schemas.openxmlformats.org/officeDocument/2006/relationships/image"/><Relationship Id="rId13" Target="../media/image17.svg" Type="http://schemas.openxmlformats.org/officeDocument/2006/relationships/image"/><Relationship Id="rId14" Target="../media/image18.png" Type="http://schemas.openxmlformats.org/officeDocument/2006/relationships/image"/><Relationship Id="rId15" Target="../media/image19.svg" Type="http://schemas.openxmlformats.org/officeDocument/2006/relationships/image"/><Relationship Id="rId16" Target="../media/image20.png" Type="http://schemas.openxmlformats.org/officeDocument/2006/relationships/image"/><Relationship Id="rId2" Target="../media/image11.jpeg" Type="http://schemas.openxmlformats.org/officeDocument/2006/relationships/image"/><Relationship Id="rId3" Target="../media/image12.png" Type="http://schemas.openxmlformats.org/officeDocument/2006/relationships/image"/><Relationship Id="rId4" Target="../media/image13.svg" Type="http://schemas.openxmlformats.org/officeDocument/2006/relationships/image"/><Relationship Id="rId5" Target="../media/image4.pn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png" Type="http://schemas.openxmlformats.org/officeDocument/2006/relationships/image"/><Relationship Id="rId11" Target="../media/image9.svg" Type="http://schemas.openxmlformats.org/officeDocument/2006/relationships/image"/><Relationship Id="rId12" Target="../media/image16.png" Type="http://schemas.openxmlformats.org/officeDocument/2006/relationships/image"/><Relationship Id="rId13" Target="../media/image17.svg" Type="http://schemas.openxmlformats.org/officeDocument/2006/relationships/image"/><Relationship Id="rId14" Target="../media/image18.png" Type="http://schemas.openxmlformats.org/officeDocument/2006/relationships/image"/><Relationship Id="rId15" Target="../media/image19.svg" Type="http://schemas.openxmlformats.org/officeDocument/2006/relationships/image"/><Relationship Id="rId16" Target="../media/image21.png" Type="http://schemas.openxmlformats.org/officeDocument/2006/relationships/image"/><Relationship Id="rId2" Target="../media/image11.jpeg" Type="http://schemas.openxmlformats.org/officeDocument/2006/relationships/image"/><Relationship Id="rId3" Target="../media/image12.png" Type="http://schemas.openxmlformats.org/officeDocument/2006/relationships/image"/><Relationship Id="rId4" Target="../media/image13.svg" Type="http://schemas.openxmlformats.org/officeDocument/2006/relationships/image"/><Relationship Id="rId5" Target="../media/image4.pn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png" Type="http://schemas.openxmlformats.org/officeDocument/2006/relationships/image"/><Relationship Id="rId11" Target="../media/image9.svg" Type="http://schemas.openxmlformats.org/officeDocument/2006/relationships/image"/><Relationship Id="rId12" Target="../media/image16.png" Type="http://schemas.openxmlformats.org/officeDocument/2006/relationships/image"/><Relationship Id="rId13" Target="../media/image17.svg" Type="http://schemas.openxmlformats.org/officeDocument/2006/relationships/image"/><Relationship Id="rId14" Target="../media/image18.png" Type="http://schemas.openxmlformats.org/officeDocument/2006/relationships/image"/><Relationship Id="rId15" Target="../media/image19.svg" Type="http://schemas.openxmlformats.org/officeDocument/2006/relationships/image"/><Relationship Id="rId16" Target="../media/image22.png" Type="http://schemas.openxmlformats.org/officeDocument/2006/relationships/image"/><Relationship Id="rId2" Target="../media/image11.jpeg" Type="http://schemas.openxmlformats.org/officeDocument/2006/relationships/image"/><Relationship Id="rId3" Target="../media/image12.png" Type="http://schemas.openxmlformats.org/officeDocument/2006/relationships/image"/><Relationship Id="rId4" Target="../media/image13.svg" Type="http://schemas.openxmlformats.org/officeDocument/2006/relationships/image"/><Relationship Id="rId5" Target="../media/image4.pn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png" Type="http://schemas.openxmlformats.org/officeDocument/2006/relationships/image"/><Relationship Id="rId11" Target="../media/image9.svg" Type="http://schemas.openxmlformats.org/officeDocument/2006/relationships/image"/><Relationship Id="rId12" Target="../media/image16.png" Type="http://schemas.openxmlformats.org/officeDocument/2006/relationships/image"/><Relationship Id="rId13" Target="../media/image17.svg" Type="http://schemas.openxmlformats.org/officeDocument/2006/relationships/image"/><Relationship Id="rId14" Target="../media/image18.png" Type="http://schemas.openxmlformats.org/officeDocument/2006/relationships/image"/><Relationship Id="rId15" Target="../media/image19.svg" Type="http://schemas.openxmlformats.org/officeDocument/2006/relationships/image"/><Relationship Id="rId16" Target="../media/image23.png" Type="http://schemas.openxmlformats.org/officeDocument/2006/relationships/image"/><Relationship Id="rId2" Target="../media/image11.jpeg" Type="http://schemas.openxmlformats.org/officeDocument/2006/relationships/image"/><Relationship Id="rId3" Target="../media/image12.png" Type="http://schemas.openxmlformats.org/officeDocument/2006/relationships/image"/><Relationship Id="rId4" Target="../media/image13.svg" Type="http://schemas.openxmlformats.org/officeDocument/2006/relationships/image"/><Relationship Id="rId5" Target="../media/image4.pn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Relationship Id="rId3" Target="../media/image25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26.png" Type="http://schemas.openxmlformats.org/officeDocument/2006/relationships/image"/><Relationship Id="rId7" Target="../media/image27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Relationship Id="rId3" Target="../media/image25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26.png" Type="http://schemas.openxmlformats.org/officeDocument/2006/relationships/image"/><Relationship Id="rId7" Target="../media/image27.svg" Type="http://schemas.openxmlformats.org/officeDocument/2006/relationships/image"/><Relationship Id="rId8" Target="../media/image28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Relationship Id="rId3" Target="../media/image25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26.png" Type="http://schemas.openxmlformats.org/officeDocument/2006/relationships/image"/><Relationship Id="rId7" Target="../media/image27.svg" Type="http://schemas.openxmlformats.org/officeDocument/2006/relationships/image"/><Relationship Id="rId8" Target="../media/image29.png" Type="http://schemas.openxmlformats.org/officeDocument/2006/relationships/image"/><Relationship Id="rId9" Target="../embeddings/oleObject1.bin" Type="http://schemas.openxmlformats.org/officeDocument/2006/relationships/oleObjec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png" Type="http://schemas.openxmlformats.org/officeDocument/2006/relationships/image"/><Relationship Id="rId11" Target="../media/image9.svg" Type="http://schemas.openxmlformats.org/officeDocument/2006/relationships/image"/><Relationship Id="rId12" Target="../media/image16.png" Type="http://schemas.openxmlformats.org/officeDocument/2006/relationships/image"/><Relationship Id="rId13" Target="../media/image17.svg" Type="http://schemas.openxmlformats.org/officeDocument/2006/relationships/image"/><Relationship Id="rId14" Target="../media/image18.png" Type="http://schemas.openxmlformats.org/officeDocument/2006/relationships/image"/><Relationship Id="rId15" Target="../media/image19.svg" Type="http://schemas.openxmlformats.org/officeDocument/2006/relationships/image"/><Relationship Id="rId16" Target="../media/image30.png" Type="http://schemas.openxmlformats.org/officeDocument/2006/relationships/image"/><Relationship Id="rId2" Target="../media/image11.jpeg" Type="http://schemas.openxmlformats.org/officeDocument/2006/relationships/image"/><Relationship Id="rId3" Target="../media/image12.png" Type="http://schemas.openxmlformats.org/officeDocument/2006/relationships/image"/><Relationship Id="rId4" Target="../media/image13.svg" Type="http://schemas.openxmlformats.org/officeDocument/2006/relationships/image"/><Relationship Id="rId5" Target="../media/image4.pn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png" Type="http://schemas.openxmlformats.org/officeDocument/2006/relationships/image"/><Relationship Id="rId11" Target="../media/image9.svg" Type="http://schemas.openxmlformats.org/officeDocument/2006/relationships/image"/><Relationship Id="rId12" Target="../media/image16.png" Type="http://schemas.openxmlformats.org/officeDocument/2006/relationships/image"/><Relationship Id="rId13" Target="../media/image17.svg" Type="http://schemas.openxmlformats.org/officeDocument/2006/relationships/image"/><Relationship Id="rId14" Target="../media/image18.png" Type="http://schemas.openxmlformats.org/officeDocument/2006/relationships/image"/><Relationship Id="rId15" Target="../media/image19.svg" Type="http://schemas.openxmlformats.org/officeDocument/2006/relationships/image"/><Relationship Id="rId16" Target="../media/image31.png" Type="http://schemas.openxmlformats.org/officeDocument/2006/relationships/image"/><Relationship Id="rId2" Target="../media/image11.jpeg" Type="http://schemas.openxmlformats.org/officeDocument/2006/relationships/image"/><Relationship Id="rId3" Target="../media/image12.png" Type="http://schemas.openxmlformats.org/officeDocument/2006/relationships/image"/><Relationship Id="rId4" Target="../media/image13.svg" Type="http://schemas.openxmlformats.org/officeDocument/2006/relationships/image"/><Relationship Id="rId5" Target="../media/image4.pn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png" Type="http://schemas.openxmlformats.org/officeDocument/2006/relationships/image"/><Relationship Id="rId11" Target="../media/image9.svg" Type="http://schemas.openxmlformats.org/officeDocument/2006/relationships/image"/><Relationship Id="rId12" Target="../media/image16.png" Type="http://schemas.openxmlformats.org/officeDocument/2006/relationships/image"/><Relationship Id="rId13" Target="../media/image17.svg" Type="http://schemas.openxmlformats.org/officeDocument/2006/relationships/image"/><Relationship Id="rId14" Target="../media/image18.png" Type="http://schemas.openxmlformats.org/officeDocument/2006/relationships/image"/><Relationship Id="rId15" Target="../media/image19.svg" Type="http://schemas.openxmlformats.org/officeDocument/2006/relationships/image"/><Relationship Id="rId16" Target="../media/image32.jpeg" Type="http://schemas.openxmlformats.org/officeDocument/2006/relationships/image"/><Relationship Id="rId2" Target="../media/image11.jpeg" Type="http://schemas.openxmlformats.org/officeDocument/2006/relationships/image"/><Relationship Id="rId3" Target="../media/image12.png" Type="http://schemas.openxmlformats.org/officeDocument/2006/relationships/image"/><Relationship Id="rId4" Target="../media/image13.svg" Type="http://schemas.openxmlformats.org/officeDocument/2006/relationships/image"/><Relationship Id="rId5" Target="../media/image4.pn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png" Type="http://schemas.openxmlformats.org/officeDocument/2006/relationships/image"/><Relationship Id="rId11" Target="../media/image9.svg" Type="http://schemas.openxmlformats.org/officeDocument/2006/relationships/image"/><Relationship Id="rId12" Target="../media/image16.png" Type="http://schemas.openxmlformats.org/officeDocument/2006/relationships/image"/><Relationship Id="rId13" Target="../media/image17.svg" Type="http://schemas.openxmlformats.org/officeDocument/2006/relationships/image"/><Relationship Id="rId14" Target="../media/image18.png" Type="http://schemas.openxmlformats.org/officeDocument/2006/relationships/image"/><Relationship Id="rId15" Target="../media/image19.svg" Type="http://schemas.openxmlformats.org/officeDocument/2006/relationships/image"/><Relationship Id="rId16" Target="../media/image33.png" Type="http://schemas.openxmlformats.org/officeDocument/2006/relationships/image"/><Relationship Id="rId2" Target="../media/image11.jpeg" Type="http://schemas.openxmlformats.org/officeDocument/2006/relationships/image"/><Relationship Id="rId3" Target="../media/image12.png" Type="http://schemas.openxmlformats.org/officeDocument/2006/relationships/image"/><Relationship Id="rId4" Target="../media/image13.svg" Type="http://schemas.openxmlformats.org/officeDocument/2006/relationships/image"/><Relationship Id="rId5" Target="../media/image4.pn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Relationship Id="rId3" Target="../media/image25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26.png" Type="http://schemas.openxmlformats.org/officeDocument/2006/relationships/image"/><Relationship Id="rId7" Target="../media/image27.svg" Type="http://schemas.openxmlformats.org/officeDocument/2006/relationships/image"/><Relationship Id="rId8" Target="../media/image34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Relationship Id="rId3" Target="../media/image25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26.png" Type="http://schemas.openxmlformats.org/officeDocument/2006/relationships/image"/><Relationship Id="rId7" Target="../media/image27.svg" Type="http://schemas.openxmlformats.org/officeDocument/2006/relationships/image"/><Relationship Id="rId8" Target="../media/image35.png" Type="http://schemas.openxmlformats.org/officeDocument/2006/relationships/image"/><Relationship Id="rId9" Target="../embeddings/oleObject2.bin" Type="http://schemas.openxmlformats.org/officeDocument/2006/relationships/oleObject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Relationship Id="rId3" Target="../media/image25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26.png" Type="http://schemas.openxmlformats.org/officeDocument/2006/relationships/image"/><Relationship Id="rId7" Target="../media/image27.svg" Type="http://schemas.openxmlformats.org/officeDocument/2006/relationships/image"/><Relationship Id="rId8" Target="../media/image36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Relationship Id="rId3" Target="../media/image25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26.png" Type="http://schemas.openxmlformats.org/officeDocument/2006/relationships/image"/><Relationship Id="rId7" Target="../media/image27.svg" Type="http://schemas.openxmlformats.org/officeDocument/2006/relationships/image"/><Relationship Id="rId8" Target="../media/image37.png" Type="http://schemas.openxmlformats.org/officeDocument/2006/relationships/image"/><Relationship Id="rId9" Target="../media/image38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Relationship Id="rId3" Target="../media/image25.sv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26.png" Type="http://schemas.openxmlformats.org/officeDocument/2006/relationships/image"/><Relationship Id="rId7" Target="../media/image27.svg" Type="http://schemas.openxmlformats.org/officeDocument/2006/relationships/image"/><Relationship Id="rId8" Target="../media/image39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png" Type="http://schemas.openxmlformats.org/officeDocument/2006/relationships/image"/><Relationship Id="rId11" Target="../media/image9.svg" Type="http://schemas.openxmlformats.org/officeDocument/2006/relationships/image"/><Relationship Id="rId12" Target="../media/image16.png" Type="http://schemas.openxmlformats.org/officeDocument/2006/relationships/image"/><Relationship Id="rId13" Target="../media/image17.svg" Type="http://schemas.openxmlformats.org/officeDocument/2006/relationships/image"/><Relationship Id="rId14" Target="../media/image18.png" Type="http://schemas.openxmlformats.org/officeDocument/2006/relationships/image"/><Relationship Id="rId15" Target="../media/image19.svg" Type="http://schemas.openxmlformats.org/officeDocument/2006/relationships/image"/><Relationship Id="rId16" Target="../media/image40.jpeg" Type="http://schemas.openxmlformats.org/officeDocument/2006/relationships/image"/><Relationship Id="rId17" Target="../media/VAG19U2Cilk.mp4" Type="http://schemas.openxmlformats.org/officeDocument/2006/relationships/video"/><Relationship Id="rId18" Target="../media/VAG19U2Cilk.mp4" Type="http://schemas.microsoft.com/office/2007/relationships/media"/><Relationship Id="rId2" Target="../media/image11.jpeg" Type="http://schemas.openxmlformats.org/officeDocument/2006/relationships/image"/><Relationship Id="rId3" Target="../media/image12.png" Type="http://schemas.openxmlformats.org/officeDocument/2006/relationships/image"/><Relationship Id="rId4" Target="../media/image13.svg" Type="http://schemas.openxmlformats.org/officeDocument/2006/relationships/image"/><Relationship Id="rId5" Target="../media/image4.pn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png" Type="http://schemas.openxmlformats.org/officeDocument/2006/relationships/image"/><Relationship Id="rId11" Target="../media/image9.svg" Type="http://schemas.openxmlformats.org/officeDocument/2006/relationships/image"/><Relationship Id="rId12" Target="../media/image16.png" Type="http://schemas.openxmlformats.org/officeDocument/2006/relationships/image"/><Relationship Id="rId13" Target="../media/image17.svg" Type="http://schemas.openxmlformats.org/officeDocument/2006/relationships/image"/><Relationship Id="rId14" Target="../media/image18.png" Type="http://schemas.openxmlformats.org/officeDocument/2006/relationships/image"/><Relationship Id="rId15" Target="../media/image19.svg" Type="http://schemas.openxmlformats.org/officeDocument/2006/relationships/image"/><Relationship Id="rId16" Target="../media/image41.jpeg" Type="http://schemas.openxmlformats.org/officeDocument/2006/relationships/image"/><Relationship Id="rId17" Target="../media/VAG19fnU4tI.mp4" Type="http://schemas.openxmlformats.org/officeDocument/2006/relationships/video"/><Relationship Id="rId18" Target="../media/VAG19fnU4tI.mp4" Type="http://schemas.microsoft.com/office/2007/relationships/media"/><Relationship Id="rId2" Target="../media/image11.jpeg" Type="http://schemas.openxmlformats.org/officeDocument/2006/relationships/image"/><Relationship Id="rId3" Target="../media/image12.png" Type="http://schemas.openxmlformats.org/officeDocument/2006/relationships/image"/><Relationship Id="rId4" Target="../media/image13.svg" Type="http://schemas.openxmlformats.org/officeDocument/2006/relationships/image"/><Relationship Id="rId5" Target="../media/image4.pn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png" Type="http://schemas.openxmlformats.org/officeDocument/2006/relationships/image"/><Relationship Id="rId11" Target="../media/image9.svg" Type="http://schemas.openxmlformats.org/officeDocument/2006/relationships/image"/><Relationship Id="rId12" Target="../media/image16.png" Type="http://schemas.openxmlformats.org/officeDocument/2006/relationships/image"/><Relationship Id="rId13" Target="../media/image17.svg" Type="http://schemas.openxmlformats.org/officeDocument/2006/relationships/image"/><Relationship Id="rId14" Target="../media/image18.png" Type="http://schemas.openxmlformats.org/officeDocument/2006/relationships/image"/><Relationship Id="rId15" Target="../media/image19.svg" Type="http://schemas.openxmlformats.org/officeDocument/2006/relationships/image"/><Relationship Id="rId16" Target="../media/image42.jpeg" Type="http://schemas.openxmlformats.org/officeDocument/2006/relationships/image"/><Relationship Id="rId17" Target="../media/VAG19ehfQMc.mp4" Type="http://schemas.openxmlformats.org/officeDocument/2006/relationships/video"/><Relationship Id="rId18" Target="../media/VAG19ehfQMc.mp4" Type="http://schemas.microsoft.com/office/2007/relationships/media"/><Relationship Id="rId2" Target="../media/image11.jpeg" Type="http://schemas.openxmlformats.org/officeDocument/2006/relationships/image"/><Relationship Id="rId3" Target="../media/image12.png" Type="http://schemas.openxmlformats.org/officeDocument/2006/relationships/image"/><Relationship Id="rId4" Target="../media/image13.svg" Type="http://schemas.openxmlformats.org/officeDocument/2006/relationships/image"/><Relationship Id="rId5" Target="../media/image4.pn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png" Type="http://schemas.openxmlformats.org/officeDocument/2006/relationships/image"/><Relationship Id="rId11" Target="../media/image9.svg" Type="http://schemas.openxmlformats.org/officeDocument/2006/relationships/image"/><Relationship Id="rId12" Target="../media/image16.png" Type="http://schemas.openxmlformats.org/officeDocument/2006/relationships/image"/><Relationship Id="rId13" Target="../media/image17.svg" Type="http://schemas.openxmlformats.org/officeDocument/2006/relationships/image"/><Relationship Id="rId14" Target="../media/image18.png" Type="http://schemas.openxmlformats.org/officeDocument/2006/relationships/image"/><Relationship Id="rId15" Target="../media/image19.svg" Type="http://schemas.openxmlformats.org/officeDocument/2006/relationships/image"/><Relationship Id="rId16" Target="../media/image43.png" Type="http://schemas.openxmlformats.org/officeDocument/2006/relationships/image"/><Relationship Id="rId17" Target="../media/image44.svg" Type="http://schemas.openxmlformats.org/officeDocument/2006/relationships/image"/><Relationship Id="rId18" Target="../media/image45.png" Type="http://schemas.openxmlformats.org/officeDocument/2006/relationships/image"/><Relationship Id="rId19" Target="../media/image46.svg" Type="http://schemas.openxmlformats.org/officeDocument/2006/relationships/image"/><Relationship Id="rId2" Target="../media/image11.jpeg" Type="http://schemas.openxmlformats.org/officeDocument/2006/relationships/image"/><Relationship Id="rId3" Target="../media/image12.png" Type="http://schemas.openxmlformats.org/officeDocument/2006/relationships/image"/><Relationship Id="rId4" Target="../media/image13.svg" Type="http://schemas.openxmlformats.org/officeDocument/2006/relationships/image"/><Relationship Id="rId5" Target="../media/image4.pn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png" Type="http://schemas.openxmlformats.org/officeDocument/2006/relationships/image"/><Relationship Id="rId11" Target="../media/image9.svg" Type="http://schemas.openxmlformats.org/officeDocument/2006/relationships/image"/><Relationship Id="rId12" Target="../media/image16.png" Type="http://schemas.openxmlformats.org/officeDocument/2006/relationships/image"/><Relationship Id="rId13" Target="../media/image17.svg" Type="http://schemas.openxmlformats.org/officeDocument/2006/relationships/image"/><Relationship Id="rId14" Target="../media/image18.png" Type="http://schemas.openxmlformats.org/officeDocument/2006/relationships/image"/><Relationship Id="rId15" Target="../media/image19.svg" Type="http://schemas.openxmlformats.org/officeDocument/2006/relationships/image"/><Relationship Id="rId16" Target="../media/image43.png" Type="http://schemas.openxmlformats.org/officeDocument/2006/relationships/image"/><Relationship Id="rId17" Target="../media/image44.svg" Type="http://schemas.openxmlformats.org/officeDocument/2006/relationships/image"/><Relationship Id="rId18" Target="../media/image45.png" Type="http://schemas.openxmlformats.org/officeDocument/2006/relationships/image"/><Relationship Id="rId19" Target="../media/image46.svg" Type="http://schemas.openxmlformats.org/officeDocument/2006/relationships/image"/><Relationship Id="rId2" Target="../media/image11.jpeg" Type="http://schemas.openxmlformats.org/officeDocument/2006/relationships/image"/><Relationship Id="rId3" Target="../media/image12.png" Type="http://schemas.openxmlformats.org/officeDocument/2006/relationships/image"/><Relationship Id="rId4" Target="../media/image13.svg" Type="http://schemas.openxmlformats.org/officeDocument/2006/relationships/image"/><Relationship Id="rId5" Target="../media/image4.png" Type="http://schemas.openxmlformats.org/officeDocument/2006/relationships/image"/><Relationship Id="rId6" Target="../media/image2.png" Type="http://schemas.openxmlformats.org/officeDocument/2006/relationships/image"/><Relationship Id="rId7" Target="../media/image3.svg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jpe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966011" y="4395746"/>
            <a:ext cx="3859024" cy="3342880"/>
          </a:xfrm>
          <a:custGeom>
            <a:avLst/>
            <a:gdLst/>
            <a:ahLst/>
            <a:cxnLst/>
            <a:rect r="r" b="b" t="t" l="l"/>
            <a:pathLst>
              <a:path h="3342880" w="3859024">
                <a:moveTo>
                  <a:pt x="0" y="0"/>
                </a:moveTo>
                <a:lnTo>
                  <a:pt x="3859025" y="0"/>
                </a:lnTo>
                <a:lnTo>
                  <a:pt x="3859025" y="3342879"/>
                </a:lnTo>
                <a:lnTo>
                  <a:pt x="0" y="334287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9914944" y="1891834"/>
            <a:ext cx="10058175" cy="8758373"/>
            <a:chOff x="0" y="0"/>
            <a:chExt cx="802162" cy="6985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5025" y="0"/>
              <a:ext cx="792111" cy="698500"/>
            </a:xfrm>
            <a:custGeom>
              <a:avLst/>
              <a:gdLst/>
              <a:ahLst/>
              <a:cxnLst/>
              <a:rect r="r" b="b" t="t" l="l"/>
              <a:pathLst>
                <a:path h="698500" w="792111">
                  <a:moveTo>
                    <a:pt x="783976" y="371870"/>
                  </a:moveTo>
                  <a:lnTo>
                    <a:pt x="607098" y="675880"/>
                  </a:lnTo>
                  <a:cubicBezTo>
                    <a:pt x="598950" y="689884"/>
                    <a:pt x="583969" y="698500"/>
                    <a:pt x="567767" y="698500"/>
                  </a:cubicBezTo>
                  <a:lnTo>
                    <a:pt x="224345" y="698500"/>
                  </a:lnTo>
                  <a:cubicBezTo>
                    <a:pt x="208143" y="698500"/>
                    <a:pt x="193162" y="689884"/>
                    <a:pt x="185014" y="675880"/>
                  </a:cubicBezTo>
                  <a:lnTo>
                    <a:pt x="8136" y="371870"/>
                  </a:lnTo>
                  <a:cubicBezTo>
                    <a:pt x="0" y="357887"/>
                    <a:pt x="0" y="340613"/>
                    <a:pt x="8136" y="326630"/>
                  </a:cubicBezTo>
                  <a:lnTo>
                    <a:pt x="185014" y="22620"/>
                  </a:lnTo>
                  <a:cubicBezTo>
                    <a:pt x="193162" y="8616"/>
                    <a:pt x="208143" y="0"/>
                    <a:pt x="224345" y="0"/>
                  </a:cubicBezTo>
                  <a:lnTo>
                    <a:pt x="567767" y="0"/>
                  </a:lnTo>
                  <a:cubicBezTo>
                    <a:pt x="583969" y="0"/>
                    <a:pt x="598950" y="8616"/>
                    <a:pt x="607098" y="22620"/>
                  </a:cubicBezTo>
                  <a:lnTo>
                    <a:pt x="783976" y="326630"/>
                  </a:lnTo>
                  <a:cubicBezTo>
                    <a:pt x="792112" y="340613"/>
                    <a:pt x="792112" y="357887"/>
                    <a:pt x="783976" y="371870"/>
                  </a:cubicBezTo>
                  <a:close/>
                </a:path>
              </a:pathLst>
            </a:custGeom>
            <a:solidFill>
              <a:srgbClr val="0096D6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114300" y="-47625"/>
              <a:ext cx="573562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-3050398" y="6914292"/>
            <a:ext cx="8555124" cy="4688015"/>
            <a:chOff x="0" y="0"/>
            <a:chExt cx="999749" cy="5478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3284" y="0"/>
              <a:ext cx="993180" cy="547840"/>
            </a:xfrm>
            <a:custGeom>
              <a:avLst/>
              <a:gdLst/>
              <a:ahLst/>
              <a:cxnLst/>
              <a:rect r="r" b="b" t="t" l="l"/>
              <a:pathLst>
                <a:path h="547840" w="993180">
                  <a:moveTo>
                    <a:pt x="988377" y="284822"/>
                  </a:moveTo>
                  <a:lnTo>
                    <a:pt x="801352" y="536938"/>
                  </a:lnTo>
                  <a:cubicBezTo>
                    <a:pt x="796264" y="543796"/>
                    <a:pt x="788230" y="547840"/>
                    <a:pt x="779690" y="547840"/>
                  </a:cubicBezTo>
                  <a:lnTo>
                    <a:pt x="213490" y="547840"/>
                  </a:lnTo>
                  <a:cubicBezTo>
                    <a:pt x="204951" y="547840"/>
                    <a:pt x="196916" y="543796"/>
                    <a:pt x="191829" y="536938"/>
                  </a:cubicBezTo>
                  <a:lnTo>
                    <a:pt x="4803" y="284822"/>
                  </a:lnTo>
                  <a:cubicBezTo>
                    <a:pt x="0" y="278347"/>
                    <a:pt x="0" y="269492"/>
                    <a:pt x="4803" y="263018"/>
                  </a:cubicBezTo>
                  <a:lnTo>
                    <a:pt x="191829" y="10902"/>
                  </a:lnTo>
                  <a:cubicBezTo>
                    <a:pt x="196916" y="4044"/>
                    <a:pt x="204951" y="0"/>
                    <a:pt x="213490" y="0"/>
                  </a:cubicBezTo>
                  <a:lnTo>
                    <a:pt x="779690" y="0"/>
                  </a:lnTo>
                  <a:cubicBezTo>
                    <a:pt x="788230" y="0"/>
                    <a:pt x="796264" y="4044"/>
                    <a:pt x="801352" y="10902"/>
                  </a:cubicBezTo>
                  <a:lnTo>
                    <a:pt x="988377" y="263018"/>
                  </a:lnTo>
                  <a:cubicBezTo>
                    <a:pt x="993180" y="269492"/>
                    <a:pt x="993180" y="278347"/>
                    <a:pt x="988377" y="284822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114300" y="-47625"/>
              <a:ext cx="771149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895523" y="-826130"/>
            <a:ext cx="10502929" cy="9025955"/>
            <a:chOff x="0" y="0"/>
            <a:chExt cx="812800" cy="6985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4813" y="0"/>
              <a:ext cx="803175" cy="698500"/>
            </a:xfrm>
            <a:custGeom>
              <a:avLst/>
              <a:gdLst/>
              <a:ahLst/>
              <a:cxnLst/>
              <a:rect r="r" b="b" t="t" l="l"/>
              <a:pathLst>
                <a:path h="698500" w="803175">
                  <a:moveTo>
                    <a:pt x="795383" y="370912"/>
                  </a:moveTo>
                  <a:lnTo>
                    <a:pt x="617391" y="676838"/>
                  </a:lnTo>
                  <a:cubicBezTo>
                    <a:pt x="609587" y="690249"/>
                    <a:pt x="595241" y="698500"/>
                    <a:pt x="579725" y="698500"/>
                  </a:cubicBezTo>
                  <a:lnTo>
                    <a:pt x="223449" y="698500"/>
                  </a:lnTo>
                  <a:cubicBezTo>
                    <a:pt x="207933" y="698500"/>
                    <a:pt x="193587" y="690249"/>
                    <a:pt x="185783" y="676838"/>
                  </a:cubicBezTo>
                  <a:lnTo>
                    <a:pt x="7791" y="370912"/>
                  </a:lnTo>
                  <a:cubicBezTo>
                    <a:pt x="0" y="357522"/>
                    <a:pt x="0" y="340978"/>
                    <a:pt x="7791" y="327588"/>
                  </a:cubicBezTo>
                  <a:lnTo>
                    <a:pt x="185783" y="21662"/>
                  </a:lnTo>
                  <a:cubicBezTo>
                    <a:pt x="193587" y="8251"/>
                    <a:pt x="207933" y="0"/>
                    <a:pt x="223449" y="0"/>
                  </a:cubicBezTo>
                  <a:lnTo>
                    <a:pt x="579725" y="0"/>
                  </a:lnTo>
                  <a:cubicBezTo>
                    <a:pt x="595241" y="0"/>
                    <a:pt x="609587" y="8251"/>
                    <a:pt x="617391" y="21662"/>
                  </a:cubicBezTo>
                  <a:lnTo>
                    <a:pt x="795383" y="327588"/>
                  </a:lnTo>
                  <a:cubicBezTo>
                    <a:pt x="803174" y="340978"/>
                    <a:pt x="803174" y="357522"/>
                    <a:pt x="795383" y="370912"/>
                  </a:cubicBezTo>
                  <a:close/>
                </a:path>
              </a:pathLst>
            </a:custGeom>
            <a:solidFill>
              <a:srgbClr val="28458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-2040384" y="7905069"/>
            <a:ext cx="12935908" cy="5977256"/>
            <a:chOff x="0" y="0"/>
            <a:chExt cx="1511686" cy="6985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907" y="0"/>
              <a:ext cx="1503871" cy="698500"/>
            </a:xfrm>
            <a:custGeom>
              <a:avLst/>
              <a:gdLst/>
              <a:ahLst/>
              <a:cxnLst/>
              <a:rect r="r" b="b" t="t" l="l"/>
              <a:pathLst>
                <a:path h="698500" w="1503871">
                  <a:moveTo>
                    <a:pt x="1497545" y="366838"/>
                  </a:moveTo>
                  <a:lnTo>
                    <a:pt x="1314812" y="680912"/>
                  </a:lnTo>
                  <a:cubicBezTo>
                    <a:pt x="1308476" y="691801"/>
                    <a:pt x="1296828" y="698500"/>
                    <a:pt x="1284230" y="698500"/>
                  </a:cubicBezTo>
                  <a:lnTo>
                    <a:pt x="219641" y="698500"/>
                  </a:lnTo>
                  <a:cubicBezTo>
                    <a:pt x="207043" y="698500"/>
                    <a:pt x="195395" y="691801"/>
                    <a:pt x="189060" y="680912"/>
                  </a:cubicBezTo>
                  <a:lnTo>
                    <a:pt x="6326" y="366838"/>
                  </a:lnTo>
                  <a:cubicBezTo>
                    <a:pt x="0" y="355966"/>
                    <a:pt x="0" y="342534"/>
                    <a:pt x="6326" y="331662"/>
                  </a:cubicBezTo>
                  <a:lnTo>
                    <a:pt x="189060" y="17588"/>
                  </a:lnTo>
                  <a:cubicBezTo>
                    <a:pt x="195395" y="6699"/>
                    <a:pt x="207043" y="0"/>
                    <a:pt x="219641" y="0"/>
                  </a:cubicBezTo>
                  <a:lnTo>
                    <a:pt x="1284230" y="0"/>
                  </a:lnTo>
                  <a:cubicBezTo>
                    <a:pt x="1296828" y="0"/>
                    <a:pt x="1308476" y="6699"/>
                    <a:pt x="1314812" y="17588"/>
                  </a:cubicBezTo>
                  <a:lnTo>
                    <a:pt x="1497545" y="331662"/>
                  </a:lnTo>
                  <a:cubicBezTo>
                    <a:pt x="1503871" y="342534"/>
                    <a:pt x="1503871" y="355966"/>
                    <a:pt x="1497545" y="366838"/>
                  </a:cubicBez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114300" y="-47625"/>
              <a:ext cx="1283086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3827403">
            <a:off x="9865038" y="4686545"/>
            <a:ext cx="6279545" cy="1610757"/>
          </a:xfrm>
          <a:custGeom>
            <a:avLst/>
            <a:gdLst/>
            <a:ahLst/>
            <a:cxnLst/>
            <a:rect r="r" b="b" t="t" l="l"/>
            <a:pathLst>
              <a:path h="1610757" w="6279545">
                <a:moveTo>
                  <a:pt x="0" y="0"/>
                </a:moveTo>
                <a:lnTo>
                  <a:pt x="6279545" y="0"/>
                </a:lnTo>
                <a:lnTo>
                  <a:pt x="6279545" y="1610757"/>
                </a:lnTo>
                <a:lnTo>
                  <a:pt x="0" y="16107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5000"/>
            </a:blip>
            <a:stretch>
              <a:fillRect l="0" t="-1167" r="0" b="-1167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11706435" y="-826130"/>
            <a:ext cx="10159941" cy="8731199"/>
            <a:chOff x="0" y="0"/>
            <a:chExt cx="812800" cy="6985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5268" y="0"/>
              <a:ext cx="802265" cy="698500"/>
            </a:xfrm>
            <a:custGeom>
              <a:avLst/>
              <a:gdLst/>
              <a:ahLst/>
              <a:cxnLst/>
              <a:rect r="r" b="b" t="t" l="l"/>
              <a:pathLst>
                <a:path h="698500" w="802265">
                  <a:moveTo>
                    <a:pt x="793737" y="372961"/>
                  </a:moveTo>
                  <a:lnTo>
                    <a:pt x="618127" y="674789"/>
                  </a:lnTo>
                  <a:cubicBezTo>
                    <a:pt x="609586" y="689469"/>
                    <a:pt x="593884" y="698500"/>
                    <a:pt x="576900" y="698500"/>
                  </a:cubicBezTo>
                  <a:lnTo>
                    <a:pt x="225364" y="698500"/>
                  </a:lnTo>
                  <a:cubicBezTo>
                    <a:pt x="208380" y="698500"/>
                    <a:pt x="192678" y="689469"/>
                    <a:pt x="184137" y="674789"/>
                  </a:cubicBezTo>
                  <a:lnTo>
                    <a:pt x="8527" y="372961"/>
                  </a:lnTo>
                  <a:cubicBezTo>
                    <a:pt x="0" y="358304"/>
                    <a:pt x="0" y="340196"/>
                    <a:pt x="8527" y="325539"/>
                  </a:cubicBezTo>
                  <a:lnTo>
                    <a:pt x="184137" y="23711"/>
                  </a:lnTo>
                  <a:cubicBezTo>
                    <a:pt x="192678" y="9031"/>
                    <a:pt x="208380" y="0"/>
                    <a:pt x="225364" y="0"/>
                  </a:cubicBezTo>
                  <a:lnTo>
                    <a:pt x="576900" y="0"/>
                  </a:lnTo>
                  <a:cubicBezTo>
                    <a:pt x="593884" y="0"/>
                    <a:pt x="609586" y="9031"/>
                    <a:pt x="618127" y="23711"/>
                  </a:cubicBezTo>
                  <a:lnTo>
                    <a:pt x="793737" y="325539"/>
                  </a:lnTo>
                  <a:cubicBezTo>
                    <a:pt x="802264" y="340196"/>
                    <a:pt x="802264" y="358304"/>
                    <a:pt x="793737" y="372961"/>
                  </a:cubicBezTo>
                  <a:close/>
                </a:path>
              </a:pathLst>
            </a:custGeom>
            <a:blipFill>
              <a:blip r:embed="rId6"/>
              <a:stretch>
                <a:fillRect l="-27959" t="0" r="-27652" b="0"/>
              </a:stretch>
            </a:blipFill>
            <a:ln w="95250" cap="rnd">
              <a:solidFill>
                <a:srgbClr val="FFFFFF"/>
              </a:solidFill>
              <a:prstDash val="solid"/>
              <a:round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1255825" y="3254660"/>
            <a:ext cx="4679399" cy="4300369"/>
            <a:chOff x="0" y="0"/>
            <a:chExt cx="6239199" cy="5733825"/>
          </a:xfrm>
        </p:grpSpPr>
        <p:grpSp>
          <p:nvGrpSpPr>
            <p:cNvPr name="Group 20" id="20"/>
            <p:cNvGrpSpPr/>
            <p:nvPr/>
          </p:nvGrpSpPr>
          <p:grpSpPr>
            <a:xfrm rot="0">
              <a:off x="0" y="539163"/>
              <a:ext cx="4633407" cy="3981834"/>
              <a:chOff x="0" y="0"/>
              <a:chExt cx="812800" cy="6985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3850" y="0"/>
                <a:ext cx="805100" cy="698500"/>
              </a:xfrm>
              <a:custGeom>
                <a:avLst/>
                <a:gdLst/>
                <a:ahLst/>
                <a:cxnLst/>
                <a:rect r="r" b="b" t="t" l="l"/>
                <a:pathLst>
                  <a:path h="698500" w="805100">
                    <a:moveTo>
                      <a:pt x="798867" y="366581"/>
                    </a:moveTo>
                    <a:lnTo>
                      <a:pt x="615833" y="681169"/>
                    </a:lnTo>
                    <a:cubicBezTo>
                      <a:pt x="609591" y="691899"/>
                      <a:pt x="598113" y="698500"/>
                      <a:pt x="585699" y="698500"/>
                    </a:cubicBezTo>
                    <a:lnTo>
                      <a:pt x="219401" y="698500"/>
                    </a:lnTo>
                    <a:cubicBezTo>
                      <a:pt x="206987" y="698500"/>
                      <a:pt x="195509" y="691899"/>
                      <a:pt x="189267" y="681169"/>
                    </a:cubicBezTo>
                    <a:lnTo>
                      <a:pt x="6233" y="366581"/>
                    </a:lnTo>
                    <a:cubicBezTo>
                      <a:pt x="0" y="355868"/>
                      <a:pt x="0" y="342632"/>
                      <a:pt x="6233" y="331919"/>
                    </a:cubicBezTo>
                    <a:lnTo>
                      <a:pt x="189267" y="17331"/>
                    </a:lnTo>
                    <a:cubicBezTo>
                      <a:pt x="195509" y="6601"/>
                      <a:pt x="206987" y="0"/>
                      <a:pt x="219401" y="0"/>
                    </a:cubicBezTo>
                    <a:lnTo>
                      <a:pt x="585699" y="0"/>
                    </a:lnTo>
                    <a:cubicBezTo>
                      <a:pt x="598113" y="0"/>
                      <a:pt x="609591" y="6601"/>
                      <a:pt x="615833" y="17331"/>
                    </a:cubicBezTo>
                    <a:lnTo>
                      <a:pt x="798867" y="331919"/>
                    </a:lnTo>
                    <a:cubicBezTo>
                      <a:pt x="805100" y="342632"/>
                      <a:pt x="805100" y="355868"/>
                      <a:pt x="798867" y="366581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FFFF">
                    <a:alpha val="50980"/>
                  </a:srgbClr>
                </a:solidFill>
                <a:prstDash val="solid"/>
                <a:miter/>
              </a:ln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114300" y="-47625"/>
                <a:ext cx="584200" cy="7461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3" id="23"/>
            <p:cNvGrpSpPr/>
            <p:nvPr/>
          </p:nvGrpSpPr>
          <p:grpSpPr>
            <a:xfrm rot="0">
              <a:off x="3027615" y="0"/>
              <a:ext cx="3211584" cy="2759955"/>
              <a:chOff x="0" y="0"/>
              <a:chExt cx="812800" cy="698500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5555" y="0"/>
                <a:ext cx="801690" cy="698500"/>
              </a:xfrm>
              <a:custGeom>
                <a:avLst/>
                <a:gdLst/>
                <a:ahLst/>
                <a:cxnLst/>
                <a:rect r="r" b="b" t="t" l="l"/>
                <a:pathLst>
                  <a:path h="698500" w="801690">
                    <a:moveTo>
                      <a:pt x="792698" y="374253"/>
                    </a:moveTo>
                    <a:lnTo>
                      <a:pt x="618592" y="673497"/>
                    </a:lnTo>
                    <a:cubicBezTo>
                      <a:pt x="609586" y="688977"/>
                      <a:pt x="593027" y="698500"/>
                      <a:pt x="575118" y="698500"/>
                    </a:cubicBezTo>
                    <a:lnTo>
                      <a:pt x="226572" y="698500"/>
                    </a:lnTo>
                    <a:cubicBezTo>
                      <a:pt x="208663" y="698500"/>
                      <a:pt x="192104" y="688977"/>
                      <a:pt x="183098" y="673497"/>
                    </a:cubicBezTo>
                    <a:lnTo>
                      <a:pt x="8992" y="374253"/>
                    </a:lnTo>
                    <a:cubicBezTo>
                      <a:pt x="0" y="358797"/>
                      <a:pt x="0" y="339703"/>
                      <a:pt x="8992" y="324247"/>
                    </a:cubicBezTo>
                    <a:lnTo>
                      <a:pt x="183098" y="25003"/>
                    </a:lnTo>
                    <a:cubicBezTo>
                      <a:pt x="192104" y="9523"/>
                      <a:pt x="208663" y="0"/>
                      <a:pt x="226572" y="0"/>
                    </a:cubicBezTo>
                    <a:lnTo>
                      <a:pt x="575118" y="0"/>
                    </a:lnTo>
                    <a:cubicBezTo>
                      <a:pt x="593027" y="0"/>
                      <a:pt x="609586" y="9523"/>
                      <a:pt x="618592" y="25003"/>
                    </a:cubicBezTo>
                    <a:lnTo>
                      <a:pt x="792698" y="324247"/>
                    </a:lnTo>
                    <a:cubicBezTo>
                      <a:pt x="801690" y="339703"/>
                      <a:pt x="801690" y="358797"/>
                      <a:pt x="792698" y="374253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FFFF">
                    <a:alpha val="49804"/>
                  </a:srgbClr>
                </a:solidFill>
                <a:prstDash val="solid"/>
                <a:miter/>
              </a:ln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114300" y="-47625"/>
                <a:ext cx="584200" cy="7461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6" id="26"/>
            <p:cNvGrpSpPr/>
            <p:nvPr/>
          </p:nvGrpSpPr>
          <p:grpSpPr>
            <a:xfrm rot="0">
              <a:off x="3622127" y="3484778"/>
              <a:ext cx="2617073" cy="2249047"/>
              <a:chOff x="0" y="0"/>
              <a:chExt cx="812800" cy="698500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6817" y="0"/>
                <a:ext cx="799167" cy="698500"/>
              </a:xfrm>
              <a:custGeom>
                <a:avLst/>
                <a:gdLst/>
                <a:ahLst/>
                <a:cxnLst/>
                <a:rect r="r" b="b" t="t" l="l"/>
                <a:pathLst>
                  <a:path h="698500" w="799167">
                    <a:moveTo>
                      <a:pt x="788131" y="379933"/>
                    </a:moveTo>
                    <a:lnTo>
                      <a:pt x="620635" y="667817"/>
                    </a:lnTo>
                    <a:cubicBezTo>
                      <a:pt x="609582" y="686813"/>
                      <a:pt x="589262" y="698500"/>
                      <a:pt x="567284" y="698500"/>
                    </a:cubicBezTo>
                    <a:lnTo>
                      <a:pt x="231882" y="698500"/>
                    </a:lnTo>
                    <a:cubicBezTo>
                      <a:pt x="209904" y="698500"/>
                      <a:pt x="189584" y="686813"/>
                      <a:pt x="178531" y="667817"/>
                    </a:cubicBezTo>
                    <a:lnTo>
                      <a:pt x="11035" y="379933"/>
                    </a:lnTo>
                    <a:cubicBezTo>
                      <a:pt x="0" y="360966"/>
                      <a:pt x="0" y="337534"/>
                      <a:pt x="11035" y="318567"/>
                    </a:cubicBezTo>
                    <a:lnTo>
                      <a:pt x="178531" y="30683"/>
                    </a:lnTo>
                    <a:cubicBezTo>
                      <a:pt x="189584" y="11687"/>
                      <a:pt x="209904" y="0"/>
                      <a:pt x="231882" y="0"/>
                    </a:cubicBezTo>
                    <a:lnTo>
                      <a:pt x="567284" y="0"/>
                    </a:lnTo>
                    <a:cubicBezTo>
                      <a:pt x="589262" y="0"/>
                      <a:pt x="609582" y="11687"/>
                      <a:pt x="620635" y="30683"/>
                    </a:cubicBezTo>
                    <a:lnTo>
                      <a:pt x="788131" y="318567"/>
                    </a:lnTo>
                    <a:cubicBezTo>
                      <a:pt x="799166" y="337534"/>
                      <a:pt x="799166" y="360966"/>
                      <a:pt x="788131" y="379933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FFFF">
                    <a:alpha val="54902"/>
                  </a:srgbClr>
                </a:solidFill>
                <a:prstDash val="solid"/>
                <a:miter/>
              </a:ln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114300" y="-47625"/>
                <a:ext cx="584200" cy="7461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Freeform 29" id="29"/>
          <p:cNvSpPr/>
          <p:nvPr/>
        </p:nvSpPr>
        <p:spPr>
          <a:xfrm flipH="false" flipV="false" rot="0">
            <a:off x="-498650" y="8664575"/>
            <a:ext cx="997301" cy="812800"/>
          </a:xfrm>
          <a:custGeom>
            <a:avLst/>
            <a:gdLst/>
            <a:ahLst/>
            <a:cxnLst/>
            <a:rect r="r" b="b" t="t" l="l"/>
            <a:pathLst>
              <a:path h="812800" w="997301">
                <a:moveTo>
                  <a:pt x="0" y="0"/>
                </a:moveTo>
                <a:lnTo>
                  <a:pt x="997300" y="0"/>
                </a:lnTo>
                <a:lnTo>
                  <a:pt x="997300" y="812800"/>
                </a:lnTo>
                <a:lnTo>
                  <a:pt x="0" y="812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2009966" y="9944100"/>
            <a:ext cx="1177504" cy="797759"/>
          </a:xfrm>
          <a:custGeom>
            <a:avLst/>
            <a:gdLst/>
            <a:ahLst/>
            <a:cxnLst/>
            <a:rect r="r" b="b" t="t" l="l"/>
            <a:pathLst>
              <a:path h="797759" w="1177504">
                <a:moveTo>
                  <a:pt x="0" y="0"/>
                </a:moveTo>
                <a:lnTo>
                  <a:pt x="1177504" y="0"/>
                </a:lnTo>
                <a:lnTo>
                  <a:pt x="1177504" y="797759"/>
                </a:lnTo>
                <a:lnTo>
                  <a:pt x="0" y="79775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1151621" y="1142133"/>
            <a:ext cx="6551896" cy="1944137"/>
          </a:xfrm>
          <a:custGeom>
            <a:avLst/>
            <a:gdLst/>
            <a:ahLst/>
            <a:cxnLst/>
            <a:rect r="r" b="b" t="t" l="l"/>
            <a:pathLst>
              <a:path h="1944137" w="6551896">
                <a:moveTo>
                  <a:pt x="0" y="0"/>
                </a:moveTo>
                <a:lnTo>
                  <a:pt x="6551897" y="0"/>
                </a:lnTo>
                <a:lnTo>
                  <a:pt x="6551897" y="1944137"/>
                </a:lnTo>
                <a:lnTo>
                  <a:pt x="0" y="194413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1363" t="-126427" r="-991" b="-118516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1583682" y="3496679"/>
            <a:ext cx="8053585" cy="27743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92"/>
              </a:lnSpc>
            </a:pPr>
            <a:r>
              <a:rPr lang="en-US" sz="4576" b="true">
                <a:solidFill>
                  <a:srgbClr val="243B5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MODERNIZACION </a:t>
            </a:r>
          </a:p>
          <a:p>
            <a:pPr algn="l">
              <a:lnSpc>
                <a:spcPts val="5492"/>
              </a:lnSpc>
            </a:pPr>
            <a:r>
              <a:rPr lang="en-US" sz="4576" b="true">
                <a:solidFill>
                  <a:srgbClr val="243B5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DIGITAL </a:t>
            </a:r>
          </a:p>
          <a:p>
            <a:pPr algn="l">
              <a:lnSpc>
                <a:spcPts val="5492"/>
              </a:lnSpc>
            </a:pPr>
            <a:r>
              <a:rPr lang="en-US" sz="4576" b="true">
                <a:solidFill>
                  <a:srgbClr val="243B5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CENTRO DE MANTENCIÓN DE CAMIONES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778930" y="8421934"/>
            <a:ext cx="7950715" cy="10554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16"/>
              </a:lnSpc>
            </a:pPr>
            <a:r>
              <a:rPr lang="en-US" sz="3011" b="true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Presentado por:</a:t>
            </a:r>
            <a:r>
              <a:rPr lang="en-US" sz="301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 </a:t>
            </a:r>
          </a:p>
          <a:p>
            <a:pPr algn="l">
              <a:lnSpc>
                <a:spcPts val="4216"/>
              </a:lnSpc>
            </a:pPr>
            <a:r>
              <a:rPr lang="en-US" sz="3011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Guillermo Almendra - Sebastián Miranda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3942854" y="8826500"/>
            <a:ext cx="3316446" cy="869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499"/>
              </a:lnSpc>
            </a:pPr>
            <a:r>
              <a:rPr lang="en-US" sz="2499" b="true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Fecha:</a:t>
            </a:r>
            <a:r>
              <a:rPr lang="en-US" sz="249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 16 de </a:t>
            </a:r>
          </a:p>
          <a:p>
            <a:pPr algn="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Octubre, 2025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3443720" y="3487034"/>
            <a:ext cx="10255006" cy="8812896"/>
            <a:chOff x="0" y="0"/>
            <a:chExt cx="812800" cy="6985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4929" y="0"/>
              <a:ext cx="802942" cy="698500"/>
            </a:xfrm>
            <a:custGeom>
              <a:avLst/>
              <a:gdLst/>
              <a:ahLst/>
              <a:cxnLst/>
              <a:rect r="r" b="b" t="t" l="l"/>
              <a:pathLst>
                <a:path h="698500" w="802942">
                  <a:moveTo>
                    <a:pt x="794963" y="371436"/>
                  </a:moveTo>
                  <a:lnTo>
                    <a:pt x="617579" y="676314"/>
                  </a:lnTo>
                  <a:cubicBezTo>
                    <a:pt x="609587" y="690050"/>
                    <a:pt x="594895" y="698500"/>
                    <a:pt x="579003" y="698500"/>
                  </a:cubicBezTo>
                  <a:lnTo>
                    <a:pt x="223939" y="698500"/>
                  </a:lnTo>
                  <a:cubicBezTo>
                    <a:pt x="208047" y="698500"/>
                    <a:pt x="193355" y="690050"/>
                    <a:pt x="185363" y="676314"/>
                  </a:cubicBezTo>
                  <a:lnTo>
                    <a:pt x="7979" y="371436"/>
                  </a:lnTo>
                  <a:cubicBezTo>
                    <a:pt x="0" y="357722"/>
                    <a:pt x="0" y="340778"/>
                    <a:pt x="7979" y="327064"/>
                  </a:cubicBezTo>
                  <a:lnTo>
                    <a:pt x="185363" y="22186"/>
                  </a:lnTo>
                  <a:cubicBezTo>
                    <a:pt x="193355" y="8450"/>
                    <a:pt x="208047" y="0"/>
                    <a:pt x="223939" y="0"/>
                  </a:cubicBezTo>
                  <a:lnTo>
                    <a:pt x="579003" y="0"/>
                  </a:lnTo>
                  <a:cubicBezTo>
                    <a:pt x="594895" y="0"/>
                    <a:pt x="609587" y="8450"/>
                    <a:pt x="617579" y="22186"/>
                  </a:cubicBezTo>
                  <a:lnTo>
                    <a:pt x="794963" y="327064"/>
                  </a:lnTo>
                  <a:cubicBezTo>
                    <a:pt x="802942" y="340778"/>
                    <a:pt x="802942" y="357722"/>
                    <a:pt x="794963" y="371436"/>
                  </a:cubicBezTo>
                  <a:close/>
                </a:path>
              </a:pathLst>
            </a:custGeom>
            <a:solidFill>
              <a:srgbClr val="16578D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true" rot="0">
            <a:off x="9562753" y="9348534"/>
            <a:ext cx="3759752" cy="3332081"/>
          </a:xfrm>
          <a:custGeom>
            <a:avLst/>
            <a:gdLst/>
            <a:ahLst/>
            <a:cxnLst/>
            <a:rect r="r" b="b" t="t" l="l"/>
            <a:pathLst>
              <a:path h="3332081" w="3759752">
                <a:moveTo>
                  <a:pt x="0" y="3332081"/>
                </a:moveTo>
                <a:lnTo>
                  <a:pt x="3759752" y="3332081"/>
                </a:lnTo>
                <a:lnTo>
                  <a:pt x="3759752" y="0"/>
                </a:lnTo>
                <a:lnTo>
                  <a:pt x="0" y="0"/>
                </a:lnTo>
                <a:lnTo>
                  <a:pt x="0" y="3332081"/>
                </a:lnTo>
                <a:close/>
              </a:path>
            </a:pathLst>
          </a:custGeom>
          <a:blipFill>
            <a:blip r:embed="rId3">
              <a:alphaModFix amt="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7038415" y="3810817"/>
            <a:ext cx="3389686" cy="2665365"/>
            <a:chOff x="0" y="0"/>
            <a:chExt cx="696717" cy="5478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7353578">
            <a:off x="1207125" y="8414815"/>
            <a:ext cx="6279545" cy="1610757"/>
          </a:xfrm>
          <a:custGeom>
            <a:avLst/>
            <a:gdLst/>
            <a:ahLst/>
            <a:cxnLst/>
            <a:rect r="r" b="b" t="t" l="l"/>
            <a:pathLst>
              <a:path h="1610757" w="6279545">
                <a:moveTo>
                  <a:pt x="0" y="0"/>
                </a:moveTo>
                <a:lnTo>
                  <a:pt x="6279545" y="0"/>
                </a:lnTo>
                <a:lnTo>
                  <a:pt x="6279545" y="1610757"/>
                </a:lnTo>
                <a:lnTo>
                  <a:pt x="0" y="16107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5000"/>
            </a:blip>
            <a:stretch>
              <a:fillRect l="0" t="-1167" r="0" b="-1167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978345" y="6920033"/>
            <a:ext cx="3730241" cy="3205676"/>
            <a:chOff x="0" y="0"/>
            <a:chExt cx="812800" cy="6985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3587" y="0"/>
              <a:ext cx="805626" cy="698500"/>
            </a:xfrm>
            <a:custGeom>
              <a:avLst/>
              <a:gdLst/>
              <a:ahLst/>
              <a:cxnLst/>
              <a:rect r="r" b="b" t="t" l="l"/>
              <a:pathLst>
                <a:path h="698500" w="805626">
                  <a:moveTo>
                    <a:pt x="799819" y="365395"/>
                  </a:moveTo>
                  <a:lnTo>
                    <a:pt x="615407" y="682355"/>
                  </a:lnTo>
                  <a:cubicBezTo>
                    <a:pt x="609591" y="692351"/>
                    <a:pt x="598899" y="698500"/>
                    <a:pt x="587334" y="698500"/>
                  </a:cubicBezTo>
                  <a:lnTo>
                    <a:pt x="218292" y="698500"/>
                  </a:lnTo>
                  <a:cubicBezTo>
                    <a:pt x="206727" y="698500"/>
                    <a:pt x="196035" y="692351"/>
                    <a:pt x="190219" y="682355"/>
                  </a:cubicBezTo>
                  <a:lnTo>
                    <a:pt x="5807" y="365395"/>
                  </a:lnTo>
                  <a:cubicBezTo>
                    <a:pt x="0" y="355415"/>
                    <a:pt x="0" y="343085"/>
                    <a:pt x="5807" y="333105"/>
                  </a:cubicBezTo>
                  <a:lnTo>
                    <a:pt x="190219" y="16145"/>
                  </a:lnTo>
                  <a:cubicBezTo>
                    <a:pt x="196035" y="6149"/>
                    <a:pt x="206727" y="0"/>
                    <a:pt x="218292" y="0"/>
                  </a:cubicBezTo>
                  <a:lnTo>
                    <a:pt x="587334" y="0"/>
                  </a:lnTo>
                  <a:cubicBezTo>
                    <a:pt x="598899" y="0"/>
                    <a:pt x="609591" y="6149"/>
                    <a:pt x="615407" y="16145"/>
                  </a:cubicBezTo>
                  <a:lnTo>
                    <a:pt x="799819" y="333105"/>
                  </a:lnTo>
                  <a:cubicBezTo>
                    <a:pt x="805626" y="343085"/>
                    <a:pt x="805626" y="355415"/>
                    <a:pt x="799819" y="365395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071028" y="-6247280"/>
            <a:ext cx="10502929" cy="9025955"/>
            <a:chOff x="0" y="0"/>
            <a:chExt cx="812800" cy="6985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4813" y="0"/>
              <a:ext cx="803175" cy="698500"/>
            </a:xfrm>
            <a:custGeom>
              <a:avLst/>
              <a:gdLst/>
              <a:ahLst/>
              <a:cxnLst/>
              <a:rect r="r" b="b" t="t" l="l"/>
              <a:pathLst>
                <a:path h="698500" w="803175">
                  <a:moveTo>
                    <a:pt x="795383" y="370912"/>
                  </a:moveTo>
                  <a:lnTo>
                    <a:pt x="617391" y="676838"/>
                  </a:lnTo>
                  <a:cubicBezTo>
                    <a:pt x="609587" y="690249"/>
                    <a:pt x="595241" y="698500"/>
                    <a:pt x="579725" y="698500"/>
                  </a:cubicBezTo>
                  <a:lnTo>
                    <a:pt x="223449" y="698500"/>
                  </a:lnTo>
                  <a:cubicBezTo>
                    <a:pt x="207933" y="698500"/>
                    <a:pt x="193587" y="690249"/>
                    <a:pt x="185783" y="676838"/>
                  </a:cubicBezTo>
                  <a:lnTo>
                    <a:pt x="7791" y="370912"/>
                  </a:lnTo>
                  <a:cubicBezTo>
                    <a:pt x="0" y="357522"/>
                    <a:pt x="0" y="340978"/>
                    <a:pt x="7791" y="327588"/>
                  </a:cubicBezTo>
                  <a:lnTo>
                    <a:pt x="185783" y="21662"/>
                  </a:lnTo>
                  <a:cubicBezTo>
                    <a:pt x="193587" y="8251"/>
                    <a:pt x="207933" y="0"/>
                    <a:pt x="223449" y="0"/>
                  </a:cubicBezTo>
                  <a:lnTo>
                    <a:pt x="579725" y="0"/>
                  </a:lnTo>
                  <a:cubicBezTo>
                    <a:pt x="595241" y="0"/>
                    <a:pt x="609587" y="8251"/>
                    <a:pt x="617391" y="21662"/>
                  </a:cubicBezTo>
                  <a:lnTo>
                    <a:pt x="795383" y="327588"/>
                  </a:lnTo>
                  <a:cubicBezTo>
                    <a:pt x="803174" y="340978"/>
                    <a:pt x="803174" y="357522"/>
                    <a:pt x="795383" y="370912"/>
                  </a:cubicBezTo>
                  <a:close/>
                </a:path>
              </a:pathLst>
            </a:custGeom>
            <a:solidFill>
              <a:srgbClr val="0096D6"/>
            </a:solidFill>
            <a:ln cap="rnd">
              <a:noFill/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573908" y="-4096368"/>
            <a:ext cx="8000049" cy="6875042"/>
            <a:chOff x="0" y="0"/>
            <a:chExt cx="812800" cy="6985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7ED957"/>
            </a:solidFill>
            <a:ln cap="rnd">
              <a:noFill/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5925325" y="440431"/>
            <a:ext cx="3297214" cy="2833543"/>
            <a:chOff x="0" y="0"/>
            <a:chExt cx="812800" cy="698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-988600" y="-658846"/>
            <a:ext cx="2966944" cy="2570115"/>
          </a:xfrm>
          <a:custGeom>
            <a:avLst/>
            <a:gdLst/>
            <a:ahLst/>
            <a:cxnLst/>
            <a:rect r="r" b="b" t="t" l="l"/>
            <a:pathLst>
              <a:path h="2570115" w="2966944">
                <a:moveTo>
                  <a:pt x="0" y="0"/>
                </a:moveTo>
                <a:lnTo>
                  <a:pt x="2966945" y="0"/>
                </a:lnTo>
                <a:lnTo>
                  <a:pt x="2966945" y="2570115"/>
                </a:lnTo>
                <a:lnTo>
                  <a:pt x="0" y="25701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-675504" y="10059862"/>
            <a:ext cx="1351009" cy="454277"/>
          </a:xfrm>
          <a:custGeom>
            <a:avLst/>
            <a:gdLst/>
            <a:ahLst/>
            <a:cxnLst/>
            <a:rect r="r" b="b" t="t" l="l"/>
            <a:pathLst>
              <a:path h="454277" w="1351009">
                <a:moveTo>
                  <a:pt x="0" y="0"/>
                </a:moveTo>
                <a:lnTo>
                  <a:pt x="1351008" y="0"/>
                </a:lnTo>
                <a:lnTo>
                  <a:pt x="1351008" y="454276"/>
                </a:lnTo>
                <a:lnTo>
                  <a:pt x="0" y="45427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3573908" y="-444369"/>
            <a:ext cx="1177504" cy="797759"/>
          </a:xfrm>
          <a:custGeom>
            <a:avLst/>
            <a:gdLst/>
            <a:ahLst/>
            <a:cxnLst/>
            <a:rect r="r" b="b" t="t" l="l"/>
            <a:pathLst>
              <a:path h="797759" w="1177504">
                <a:moveTo>
                  <a:pt x="0" y="0"/>
                </a:moveTo>
                <a:lnTo>
                  <a:pt x="1177504" y="0"/>
                </a:lnTo>
                <a:lnTo>
                  <a:pt x="1177504" y="797760"/>
                </a:lnTo>
                <a:lnTo>
                  <a:pt x="0" y="79776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-10800000">
            <a:off x="-308460" y="-75850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0"/>
                </a:moveTo>
                <a:lnTo>
                  <a:pt x="2164275" y="0"/>
                </a:lnTo>
                <a:lnTo>
                  <a:pt x="2164275" y="1111897"/>
                </a:lnTo>
                <a:lnTo>
                  <a:pt x="0" y="111189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true" rot="-10800000">
            <a:off x="16553467" y="997576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1111896"/>
                </a:moveTo>
                <a:lnTo>
                  <a:pt x="2164275" y="1111896"/>
                </a:lnTo>
                <a:lnTo>
                  <a:pt x="2164275" y="0"/>
                </a:lnTo>
                <a:lnTo>
                  <a:pt x="0" y="0"/>
                </a:lnTo>
                <a:lnTo>
                  <a:pt x="0" y="1111896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911403" y="2581601"/>
            <a:ext cx="16465195" cy="5165955"/>
          </a:xfrm>
          <a:custGeom>
            <a:avLst/>
            <a:gdLst/>
            <a:ahLst/>
            <a:cxnLst/>
            <a:rect r="r" b="b" t="t" l="l"/>
            <a:pathLst>
              <a:path h="5165955" w="16465195">
                <a:moveTo>
                  <a:pt x="0" y="0"/>
                </a:moveTo>
                <a:lnTo>
                  <a:pt x="16465194" y="0"/>
                </a:lnTo>
                <a:lnTo>
                  <a:pt x="16465194" y="5165955"/>
                </a:lnTo>
                <a:lnTo>
                  <a:pt x="0" y="516595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29" id="29"/>
          <p:cNvSpPr txBox="true"/>
          <p:nvPr/>
        </p:nvSpPr>
        <p:spPr>
          <a:xfrm rot="0">
            <a:off x="4841007" y="537527"/>
            <a:ext cx="8605986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Planificación Carta Gantt 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3443720" y="3487034"/>
            <a:ext cx="10255006" cy="8812896"/>
            <a:chOff x="0" y="0"/>
            <a:chExt cx="812800" cy="6985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4929" y="0"/>
              <a:ext cx="802942" cy="698500"/>
            </a:xfrm>
            <a:custGeom>
              <a:avLst/>
              <a:gdLst/>
              <a:ahLst/>
              <a:cxnLst/>
              <a:rect r="r" b="b" t="t" l="l"/>
              <a:pathLst>
                <a:path h="698500" w="802942">
                  <a:moveTo>
                    <a:pt x="794963" y="371436"/>
                  </a:moveTo>
                  <a:lnTo>
                    <a:pt x="617579" y="676314"/>
                  </a:lnTo>
                  <a:cubicBezTo>
                    <a:pt x="609587" y="690050"/>
                    <a:pt x="594895" y="698500"/>
                    <a:pt x="579003" y="698500"/>
                  </a:cubicBezTo>
                  <a:lnTo>
                    <a:pt x="223939" y="698500"/>
                  </a:lnTo>
                  <a:cubicBezTo>
                    <a:pt x="208047" y="698500"/>
                    <a:pt x="193355" y="690050"/>
                    <a:pt x="185363" y="676314"/>
                  </a:cubicBezTo>
                  <a:lnTo>
                    <a:pt x="7979" y="371436"/>
                  </a:lnTo>
                  <a:cubicBezTo>
                    <a:pt x="0" y="357722"/>
                    <a:pt x="0" y="340778"/>
                    <a:pt x="7979" y="327064"/>
                  </a:cubicBezTo>
                  <a:lnTo>
                    <a:pt x="185363" y="22186"/>
                  </a:lnTo>
                  <a:cubicBezTo>
                    <a:pt x="193355" y="8450"/>
                    <a:pt x="208047" y="0"/>
                    <a:pt x="223939" y="0"/>
                  </a:cubicBezTo>
                  <a:lnTo>
                    <a:pt x="579003" y="0"/>
                  </a:lnTo>
                  <a:cubicBezTo>
                    <a:pt x="594895" y="0"/>
                    <a:pt x="609587" y="8450"/>
                    <a:pt x="617579" y="22186"/>
                  </a:cubicBezTo>
                  <a:lnTo>
                    <a:pt x="794963" y="327064"/>
                  </a:lnTo>
                  <a:cubicBezTo>
                    <a:pt x="802942" y="340778"/>
                    <a:pt x="802942" y="357722"/>
                    <a:pt x="794963" y="371436"/>
                  </a:cubicBezTo>
                  <a:close/>
                </a:path>
              </a:pathLst>
            </a:custGeom>
            <a:solidFill>
              <a:srgbClr val="16578D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true" rot="0">
            <a:off x="9562753" y="9348534"/>
            <a:ext cx="3759752" cy="3332081"/>
          </a:xfrm>
          <a:custGeom>
            <a:avLst/>
            <a:gdLst/>
            <a:ahLst/>
            <a:cxnLst/>
            <a:rect r="r" b="b" t="t" l="l"/>
            <a:pathLst>
              <a:path h="3332081" w="3759752">
                <a:moveTo>
                  <a:pt x="0" y="3332081"/>
                </a:moveTo>
                <a:lnTo>
                  <a:pt x="3759752" y="3332081"/>
                </a:lnTo>
                <a:lnTo>
                  <a:pt x="3759752" y="0"/>
                </a:lnTo>
                <a:lnTo>
                  <a:pt x="0" y="0"/>
                </a:lnTo>
                <a:lnTo>
                  <a:pt x="0" y="3332081"/>
                </a:lnTo>
                <a:close/>
              </a:path>
            </a:pathLst>
          </a:custGeom>
          <a:blipFill>
            <a:blip r:embed="rId3">
              <a:alphaModFix amt="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7038415" y="3810817"/>
            <a:ext cx="3389686" cy="2665365"/>
            <a:chOff x="0" y="0"/>
            <a:chExt cx="696717" cy="5478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7353578">
            <a:off x="1207125" y="8414815"/>
            <a:ext cx="6279545" cy="1610757"/>
          </a:xfrm>
          <a:custGeom>
            <a:avLst/>
            <a:gdLst/>
            <a:ahLst/>
            <a:cxnLst/>
            <a:rect r="r" b="b" t="t" l="l"/>
            <a:pathLst>
              <a:path h="1610757" w="6279545">
                <a:moveTo>
                  <a:pt x="0" y="0"/>
                </a:moveTo>
                <a:lnTo>
                  <a:pt x="6279545" y="0"/>
                </a:lnTo>
                <a:lnTo>
                  <a:pt x="6279545" y="1610757"/>
                </a:lnTo>
                <a:lnTo>
                  <a:pt x="0" y="16107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5000"/>
            </a:blip>
            <a:stretch>
              <a:fillRect l="0" t="-1167" r="0" b="-1167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978345" y="6920033"/>
            <a:ext cx="3730241" cy="3205676"/>
            <a:chOff x="0" y="0"/>
            <a:chExt cx="812800" cy="6985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3587" y="0"/>
              <a:ext cx="805626" cy="698500"/>
            </a:xfrm>
            <a:custGeom>
              <a:avLst/>
              <a:gdLst/>
              <a:ahLst/>
              <a:cxnLst/>
              <a:rect r="r" b="b" t="t" l="l"/>
              <a:pathLst>
                <a:path h="698500" w="805626">
                  <a:moveTo>
                    <a:pt x="799819" y="365395"/>
                  </a:moveTo>
                  <a:lnTo>
                    <a:pt x="615407" y="682355"/>
                  </a:lnTo>
                  <a:cubicBezTo>
                    <a:pt x="609591" y="692351"/>
                    <a:pt x="598899" y="698500"/>
                    <a:pt x="587334" y="698500"/>
                  </a:cubicBezTo>
                  <a:lnTo>
                    <a:pt x="218292" y="698500"/>
                  </a:lnTo>
                  <a:cubicBezTo>
                    <a:pt x="206727" y="698500"/>
                    <a:pt x="196035" y="692351"/>
                    <a:pt x="190219" y="682355"/>
                  </a:cubicBezTo>
                  <a:lnTo>
                    <a:pt x="5807" y="365395"/>
                  </a:lnTo>
                  <a:cubicBezTo>
                    <a:pt x="0" y="355415"/>
                    <a:pt x="0" y="343085"/>
                    <a:pt x="5807" y="333105"/>
                  </a:cubicBezTo>
                  <a:lnTo>
                    <a:pt x="190219" y="16145"/>
                  </a:lnTo>
                  <a:cubicBezTo>
                    <a:pt x="196035" y="6149"/>
                    <a:pt x="206727" y="0"/>
                    <a:pt x="218292" y="0"/>
                  </a:cubicBezTo>
                  <a:lnTo>
                    <a:pt x="587334" y="0"/>
                  </a:lnTo>
                  <a:cubicBezTo>
                    <a:pt x="598899" y="0"/>
                    <a:pt x="609591" y="6149"/>
                    <a:pt x="615407" y="16145"/>
                  </a:cubicBezTo>
                  <a:lnTo>
                    <a:pt x="799819" y="333105"/>
                  </a:lnTo>
                  <a:cubicBezTo>
                    <a:pt x="805626" y="343085"/>
                    <a:pt x="805626" y="355415"/>
                    <a:pt x="799819" y="365395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071028" y="-6247280"/>
            <a:ext cx="10502929" cy="9025955"/>
            <a:chOff x="0" y="0"/>
            <a:chExt cx="812800" cy="6985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4813" y="0"/>
              <a:ext cx="803175" cy="698500"/>
            </a:xfrm>
            <a:custGeom>
              <a:avLst/>
              <a:gdLst/>
              <a:ahLst/>
              <a:cxnLst/>
              <a:rect r="r" b="b" t="t" l="l"/>
              <a:pathLst>
                <a:path h="698500" w="803175">
                  <a:moveTo>
                    <a:pt x="795383" y="370912"/>
                  </a:moveTo>
                  <a:lnTo>
                    <a:pt x="617391" y="676838"/>
                  </a:lnTo>
                  <a:cubicBezTo>
                    <a:pt x="609587" y="690249"/>
                    <a:pt x="595241" y="698500"/>
                    <a:pt x="579725" y="698500"/>
                  </a:cubicBezTo>
                  <a:lnTo>
                    <a:pt x="223449" y="698500"/>
                  </a:lnTo>
                  <a:cubicBezTo>
                    <a:pt x="207933" y="698500"/>
                    <a:pt x="193587" y="690249"/>
                    <a:pt x="185783" y="676838"/>
                  </a:cubicBezTo>
                  <a:lnTo>
                    <a:pt x="7791" y="370912"/>
                  </a:lnTo>
                  <a:cubicBezTo>
                    <a:pt x="0" y="357522"/>
                    <a:pt x="0" y="340978"/>
                    <a:pt x="7791" y="327588"/>
                  </a:cubicBezTo>
                  <a:lnTo>
                    <a:pt x="185783" y="21662"/>
                  </a:lnTo>
                  <a:cubicBezTo>
                    <a:pt x="193587" y="8251"/>
                    <a:pt x="207933" y="0"/>
                    <a:pt x="223449" y="0"/>
                  </a:cubicBezTo>
                  <a:lnTo>
                    <a:pt x="579725" y="0"/>
                  </a:lnTo>
                  <a:cubicBezTo>
                    <a:pt x="595241" y="0"/>
                    <a:pt x="609587" y="8251"/>
                    <a:pt x="617391" y="21662"/>
                  </a:cubicBezTo>
                  <a:lnTo>
                    <a:pt x="795383" y="327588"/>
                  </a:lnTo>
                  <a:cubicBezTo>
                    <a:pt x="803174" y="340978"/>
                    <a:pt x="803174" y="357522"/>
                    <a:pt x="795383" y="370912"/>
                  </a:cubicBezTo>
                  <a:close/>
                </a:path>
              </a:pathLst>
            </a:custGeom>
            <a:solidFill>
              <a:srgbClr val="0096D6"/>
            </a:solidFill>
            <a:ln cap="rnd">
              <a:noFill/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573908" y="-4096368"/>
            <a:ext cx="8000049" cy="6875042"/>
            <a:chOff x="0" y="0"/>
            <a:chExt cx="812800" cy="6985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7ED957"/>
            </a:solidFill>
            <a:ln cap="rnd">
              <a:noFill/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5925325" y="440431"/>
            <a:ext cx="3297214" cy="2833543"/>
            <a:chOff x="0" y="0"/>
            <a:chExt cx="812800" cy="698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-988600" y="-658846"/>
            <a:ext cx="2966944" cy="2570115"/>
          </a:xfrm>
          <a:custGeom>
            <a:avLst/>
            <a:gdLst/>
            <a:ahLst/>
            <a:cxnLst/>
            <a:rect r="r" b="b" t="t" l="l"/>
            <a:pathLst>
              <a:path h="2570115" w="2966944">
                <a:moveTo>
                  <a:pt x="0" y="0"/>
                </a:moveTo>
                <a:lnTo>
                  <a:pt x="2966945" y="0"/>
                </a:lnTo>
                <a:lnTo>
                  <a:pt x="2966945" y="2570115"/>
                </a:lnTo>
                <a:lnTo>
                  <a:pt x="0" y="25701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-675504" y="10059862"/>
            <a:ext cx="1351009" cy="454277"/>
          </a:xfrm>
          <a:custGeom>
            <a:avLst/>
            <a:gdLst/>
            <a:ahLst/>
            <a:cxnLst/>
            <a:rect r="r" b="b" t="t" l="l"/>
            <a:pathLst>
              <a:path h="454277" w="1351009">
                <a:moveTo>
                  <a:pt x="0" y="0"/>
                </a:moveTo>
                <a:lnTo>
                  <a:pt x="1351008" y="0"/>
                </a:lnTo>
                <a:lnTo>
                  <a:pt x="1351008" y="454276"/>
                </a:lnTo>
                <a:lnTo>
                  <a:pt x="0" y="45427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3573908" y="-444369"/>
            <a:ext cx="1177504" cy="797759"/>
          </a:xfrm>
          <a:custGeom>
            <a:avLst/>
            <a:gdLst/>
            <a:ahLst/>
            <a:cxnLst/>
            <a:rect r="r" b="b" t="t" l="l"/>
            <a:pathLst>
              <a:path h="797759" w="1177504">
                <a:moveTo>
                  <a:pt x="0" y="0"/>
                </a:moveTo>
                <a:lnTo>
                  <a:pt x="1177504" y="0"/>
                </a:lnTo>
                <a:lnTo>
                  <a:pt x="1177504" y="797760"/>
                </a:lnTo>
                <a:lnTo>
                  <a:pt x="0" y="79776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-10800000">
            <a:off x="-308460" y="-75850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0"/>
                </a:moveTo>
                <a:lnTo>
                  <a:pt x="2164275" y="0"/>
                </a:lnTo>
                <a:lnTo>
                  <a:pt x="2164275" y="1111897"/>
                </a:lnTo>
                <a:lnTo>
                  <a:pt x="0" y="111189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true" rot="-10800000">
            <a:off x="16553467" y="997576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1111896"/>
                </a:moveTo>
                <a:lnTo>
                  <a:pt x="2164275" y="1111896"/>
                </a:lnTo>
                <a:lnTo>
                  <a:pt x="2164275" y="0"/>
                </a:lnTo>
                <a:lnTo>
                  <a:pt x="0" y="0"/>
                </a:lnTo>
                <a:lnTo>
                  <a:pt x="0" y="1111896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291465" y="2568610"/>
            <a:ext cx="17705070" cy="6263169"/>
          </a:xfrm>
          <a:custGeom>
            <a:avLst/>
            <a:gdLst/>
            <a:ahLst/>
            <a:cxnLst/>
            <a:rect r="r" b="b" t="t" l="l"/>
            <a:pathLst>
              <a:path h="6263169" w="17705070">
                <a:moveTo>
                  <a:pt x="0" y="0"/>
                </a:moveTo>
                <a:lnTo>
                  <a:pt x="17705070" y="0"/>
                </a:lnTo>
                <a:lnTo>
                  <a:pt x="17705070" y="6263169"/>
                </a:lnTo>
                <a:lnTo>
                  <a:pt x="0" y="62631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29" id="29"/>
          <p:cNvSpPr txBox="true"/>
          <p:nvPr/>
        </p:nvSpPr>
        <p:spPr>
          <a:xfrm rot="0">
            <a:off x="4841007" y="537527"/>
            <a:ext cx="8605986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Planificación Carta Gantt 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3443720" y="3487034"/>
            <a:ext cx="10255006" cy="8812896"/>
            <a:chOff x="0" y="0"/>
            <a:chExt cx="812800" cy="6985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4929" y="0"/>
              <a:ext cx="802942" cy="698500"/>
            </a:xfrm>
            <a:custGeom>
              <a:avLst/>
              <a:gdLst/>
              <a:ahLst/>
              <a:cxnLst/>
              <a:rect r="r" b="b" t="t" l="l"/>
              <a:pathLst>
                <a:path h="698500" w="802942">
                  <a:moveTo>
                    <a:pt x="794963" y="371436"/>
                  </a:moveTo>
                  <a:lnTo>
                    <a:pt x="617579" y="676314"/>
                  </a:lnTo>
                  <a:cubicBezTo>
                    <a:pt x="609587" y="690050"/>
                    <a:pt x="594895" y="698500"/>
                    <a:pt x="579003" y="698500"/>
                  </a:cubicBezTo>
                  <a:lnTo>
                    <a:pt x="223939" y="698500"/>
                  </a:lnTo>
                  <a:cubicBezTo>
                    <a:pt x="208047" y="698500"/>
                    <a:pt x="193355" y="690050"/>
                    <a:pt x="185363" y="676314"/>
                  </a:cubicBezTo>
                  <a:lnTo>
                    <a:pt x="7979" y="371436"/>
                  </a:lnTo>
                  <a:cubicBezTo>
                    <a:pt x="0" y="357722"/>
                    <a:pt x="0" y="340778"/>
                    <a:pt x="7979" y="327064"/>
                  </a:cubicBezTo>
                  <a:lnTo>
                    <a:pt x="185363" y="22186"/>
                  </a:lnTo>
                  <a:cubicBezTo>
                    <a:pt x="193355" y="8450"/>
                    <a:pt x="208047" y="0"/>
                    <a:pt x="223939" y="0"/>
                  </a:cubicBezTo>
                  <a:lnTo>
                    <a:pt x="579003" y="0"/>
                  </a:lnTo>
                  <a:cubicBezTo>
                    <a:pt x="594895" y="0"/>
                    <a:pt x="609587" y="8450"/>
                    <a:pt x="617579" y="22186"/>
                  </a:cubicBezTo>
                  <a:lnTo>
                    <a:pt x="794963" y="327064"/>
                  </a:lnTo>
                  <a:cubicBezTo>
                    <a:pt x="802942" y="340778"/>
                    <a:pt x="802942" y="357722"/>
                    <a:pt x="794963" y="371436"/>
                  </a:cubicBezTo>
                  <a:close/>
                </a:path>
              </a:pathLst>
            </a:custGeom>
            <a:solidFill>
              <a:srgbClr val="16578D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true" rot="0">
            <a:off x="9562753" y="9348534"/>
            <a:ext cx="3759752" cy="3332081"/>
          </a:xfrm>
          <a:custGeom>
            <a:avLst/>
            <a:gdLst/>
            <a:ahLst/>
            <a:cxnLst/>
            <a:rect r="r" b="b" t="t" l="l"/>
            <a:pathLst>
              <a:path h="3332081" w="3759752">
                <a:moveTo>
                  <a:pt x="0" y="3332081"/>
                </a:moveTo>
                <a:lnTo>
                  <a:pt x="3759752" y="3332081"/>
                </a:lnTo>
                <a:lnTo>
                  <a:pt x="3759752" y="0"/>
                </a:lnTo>
                <a:lnTo>
                  <a:pt x="0" y="0"/>
                </a:lnTo>
                <a:lnTo>
                  <a:pt x="0" y="3332081"/>
                </a:lnTo>
                <a:close/>
              </a:path>
            </a:pathLst>
          </a:custGeom>
          <a:blipFill>
            <a:blip r:embed="rId3">
              <a:alphaModFix amt="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7038415" y="3810817"/>
            <a:ext cx="3389686" cy="2665365"/>
            <a:chOff x="0" y="0"/>
            <a:chExt cx="696717" cy="5478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7353578">
            <a:off x="1207125" y="8414815"/>
            <a:ext cx="6279545" cy="1610757"/>
          </a:xfrm>
          <a:custGeom>
            <a:avLst/>
            <a:gdLst/>
            <a:ahLst/>
            <a:cxnLst/>
            <a:rect r="r" b="b" t="t" l="l"/>
            <a:pathLst>
              <a:path h="1610757" w="6279545">
                <a:moveTo>
                  <a:pt x="0" y="0"/>
                </a:moveTo>
                <a:lnTo>
                  <a:pt x="6279545" y="0"/>
                </a:lnTo>
                <a:lnTo>
                  <a:pt x="6279545" y="1610757"/>
                </a:lnTo>
                <a:lnTo>
                  <a:pt x="0" y="16107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5000"/>
            </a:blip>
            <a:stretch>
              <a:fillRect l="0" t="-1167" r="0" b="-1167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978345" y="6920033"/>
            <a:ext cx="3730241" cy="3205676"/>
            <a:chOff x="0" y="0"/>
            <a:chExt cx="812800" cy="6985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3587" y="0"/>
              <a:ext cx="805626" cy="698500"/>
            </a:xfrm>
            <a:custGeom>
              <a:avLst/>
              <a:gdLst/>
              <a:ahLst/>
              <a:cxnLst/>
              <a:rect r="r" b="b" t="t" l="l"/>
              <a:pathLst>
                <a:path h="698500" w="805626">
                  <a:moveTo>
                    <a:pt x="799819" y="365395"/>
                  </a:moveTo>
                  <a:lnTo>
                    <a:pt x="615407" y="682355"/>
                  </a:lnTo>
                  <a:cubicBezTo>
                    <a:pt x="609591" y="692351"/>
                    <a:pt x="598899" y="698500"/>
                    <a:pt x="587334" y="698500"/>
                  </a:cubicBezTo>
                  <a:lnTo>
                    <a:pt x="218292" y="698500"/>
                  </a:lnTo>
                  <a:cubicBezTo>
                    <a:pt x="206727" y="698500"/>
                    <a:pt x="196035" y="692351"/>
                    <a:pt x="190219" y="682355"/>
                  </a:cubicBezTo>
                  <a:lnTo>
                    <a:pt x="5807" y="365395"/>
                  </a:lnTo>
                  <a:cubicBezTo>
                    <a:pt x="0" y="355415"/>
                    <a:pt x="0" y="343085"/>
                    <a:pt x="5807" y="333105"/>
                  </a:cubicBezTo>
                  <a:lnTo>
                    <a:pt x="190219" y="16145"/>
                  </a:lnTo>
                  <a:cubicBezTo>
                    <a:pt x="196035" y="6149"/>
                    <a:pt x="206727" y="0"/>
                    <a:pt x="218292" y="0"/>
                  </a:cubicBezTo>
                  <a:lnTo>
                    <a:pt x="587334" y="0"/>
                  </a:lnTo>
                  <a:cubicBezTo>
                    <a:pt x="598899" y="0"/>
                    <a:pt x="609591" y="6149"/>
                    <a:pt x="615407" y="16145"/>
                  </a:cubicBezTo>
                  <a:lnTo>
                    <a:pt x="799819" y="333105"/>
                  </a:lnTo>
                  <a:cubicBezTo>
                    <a:pt x="805626" y="343085"/>
                    <a:pt x="805626" y="355415"/>
                    <a:pt x="799819" y="365395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071028" y="-6247280"/>
            <a:ext cx="10502929" cy="9025955"/>
            <a:chOff x="0" y="0"/>
            <a:chExt cx="812800" cy="6985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4813" y="0"/>
              <a:ext cx="803175" cy="698500"/>
            </a:xfrm>
            <a:custGeom>
              <a:avLst/>
              <a:gdLst/>
              <a:ahLst/>
              <a:cxnLst/>
              <a:rect r="r" b="b" t="t" l="l"/>
              <a:pathLst>
                <a:path h="698500" w="803175">
                  <a:moveTo>
                    <a:pt x="795383" y="370912"/>
                  </a:moveTo>
                  <a:lnTo>
                    <a:pt x="617391" y="676838"/>
                  </a:lnTo>
                  <a:cubicBezTo>
                    <a:pt x="609587" y="690249"/>
                    <a:pt x="595241" y="698500"/>
                    <a:pt x="579725" y="698500"/>
                  </a:cubicBezTo>
                  <a:lnTo>
                    <a:pt x="223449" y="698500"/>
                  </a:lnTo>
                  <a:cubicBezTo>
                    <a:pt x="207933" y="698500"/>
                    <a:pt x="193587" y="690249"/>
                    <a:pt x="185783" y="676838"/>
                  </a:cubicBezTo>
                  <a:lnTo>
                    <a:pt x="7791" y="370912"/>
                  </a:lnTo>
                  <a:cubicBezTo>
                    <a:pt x="0" y="357522"/>
                    <a:pt x="0" y="340978"/>
                    <a:pt x="7791" y="327588"/>
                  </a:cubicBezTo>
                  <a:lnTo>
                    <a:pt x="185783" y="21662"/>
                  </a:lnTo>
                  <a:cubicBezTo>
                    <a:pt x="193587" y="8251"/>
                    <a:pt x="207933" y="0"/>
                    <a:pt x="223449" y="0"/>
                  </a:cubicBezTo>
                  <a:lnTo>
                    <a:pt x="579725" y="0"/>
                  </a:lnTo>
                  <a:cubicBezTo>
                    <a:pt x="595241" y="0"/>
                    <a:pt x="609587" y="8251"/>
                    <a:pt x="617391" y="21662"/>
                  </a:cubicBezTo>
                  <a:lnTo>
                    <a:pt x="795383" y="327588"/>
                  </a:lnTo>
                  <a:cubicBezTo>
                    <a:pt x="803174" y="340978"/>
                    <a:pt x="803174" y="357522"/>
                    <a:pt x="795383" y="370912"/>
                  </a:cubicBezTo>
                  <a:close/>
                </a:path>
              </a:pathLst>
            </a:custGeom>
            <a:solidFill>
              <a:srgbClr val="0096D6"/>
            </a:solidFill>
            <a:ln cap="rnd">
              <a:noFill/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573908" y="-4096368"/>
            <a:ext cx="8000049" cy="6875042"/>
            <a:chOff x="0" y="0"/>
            <a:chExt cx="812800" cy="6985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7ED957"/>
            </a:solidFill>
            <a:ln cap="rnd">
              <a:noFill/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5925325" y="440431"/>
            <a:ext cx="3297214" cy="2833543"/>
            <a:chOff x="0" y="0"/>
            <a:chExt cx="812800" cy="698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-988600" y="-658846"/>
            <a:ext cx="2966944" cy="2570115"/>
          </a:xfrm>
          <a:custGeom>
            <a:avLst/>
            <a:gdLst/>
            <a:ahLst/>
            <a:cxnLst/>
            <a:rect r="r" b="b" t="t" l="l"/>
            <a:pathLst>
              <a:path h="2570115" w="2966944">
                <a:moveTo>
                  <a:pt x="0" y="0"/>
                </a:moveTo>
                <a:lnTo>
                  <a:pt x="2966945" y="0"/>
                </a:lnTo>
                <a:lnTo>
                  <a:pt x="2966945" y="2570115"/>
                </a:lnTo>
                <a:lnTo>
                  <a:pt x="0" y="25701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-675504" y="10059862"/>
            <a:ext cx="1351009" cy="454277"/>
          </a:xfrm>
          <a:custGeom>
            <a:avLst/>
            <a:gdLst/>
            <a:ahLst/>
            <a:cxnLst/>
            <a:rect r="r" b="b" t="t" l="l"/>
            <a:pathLst>
              <a:path h="454277" w="1351009">
                <a:moveTo>
                  <a:pt x="0" y="0"/>
                </a:moveTo>
                <a:lnTo>
                  <a:pt x="1351008" y="0"/>
                </a:lnTo>
                <a:lnTo>
                  <a:pt x="1351008" y="454276"/>
                </a:lnTo>
                <a:lnTo>
                  <a:pt x="0" y="45427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3573908" y="-444369"/>
            <a:ext cx="1177504" cy="797759"/>
          </a:xfrm>
          <a:custGeom>
            <a:avLst/>
            <a:gdLst/>
            <a:ahLst/>
            <a:cxnLst/>
            <a:rect r="r" b="b" t="t" l="l"/>
            <a:pathLst>
              <a:path h="797759" w="1177504">
                <a:moveTo>
                  <a:pt x="0" y="0"/>
                </a:moveTo>
                <a:lnTo>
                  <a:pt x="1177504" y="0"/>
                </a:lnTo>
                <a:lnTo>
                  <a:pt x="1177504" y="797760"/>
                </a:lnTo>
                <a:lnTo>
                  <a:pt x="0" y="79776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-10800000">
            <a:off x="-308460" y="-75850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0"/>
                </a:moveTo>
                <a:lnTo>
                  <a:pt x="2164275" y="0"/>
                </a:lnTo>
                <a:lnTo>
                  <a:pt x="2164275" y="1111897"/>
                </a:lnTo>
                <a:lnTo>
                  <a:pt x="0" y="111189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true" rot="-10800000">
            <a:off x="16553467" y="997576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1111896"/>
                </a:moveTo>
                <a:lnTo>
                  <a:pt x="2164275" y="1111896"/>
                </a:lnTo>
                <a:lnTo>
                  <a:pt x="2164275" y="0"/>
                </a:lnTo>
                <a:lnTo>
                  <a:pt x="0" y="0"/>
                </a:lnTo>
                <a:lnTo>
                  <a:pt x="0" y="1111896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871384" y="3174149"/>
            <a:ext cx="16545232" cy="3350410"/>
          </a:xfrm>
          <a:custGeom>
            <a:avLst/>
            <a:gdLst/>
            <a:ahLst/>
            <a:cxnLst/>
            <a:rect r="r" b="b" t="t" l="l"/>
            <a:pathLst>
              <a:path h="3350410" w="16545232">
                <a:moveTo>
                  <a:pt x="0" y="0"/>
                </a:moveTo>
                <a:lnTo>
                  <a:pt x="16545232" y="0"/>
                </a:lnTo>
                <a:lnTo>
                  <a:pt x="16545232" y="3350410"/>
                </a:lnTo>
                <a:lnTo>
                  <a:pt x="0" y="335041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29" id="29"/>
          <p:cNvSpPr txBox="true"/>
          <p:nvPr/>
        </p:nvSpPr>
        <p:spPr>
          <a:xfrm rot="0">
            <a:off x="4841007" y="537527"/>
            <a:ext cx="8605986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Planificación Carta Gantt 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3443720" y="3487034"/>
            <a:ext cx="10255006" cy="8812896"/>
            <a:chOff x="0" y="0"/>
            <a:chExt cx="812800" cy="6985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4929" y="0"/>
              <a:ext cx="802942" cy="698500"/>
            </a:xfrm>
            <a:custGeom>
              <a:avLst/>
              <a:gdLst/>
              <a:ahLst/>
              <a:cxnLst/>
              <a:rect r="r" b="b" t="t" l="l"/>
              <a:pathLst>
                <a:path h="698500" w="802942">
                  <a:moveTo>
                    <a:pt x="794963" y="371436"/>
                  </a:moveTo>
                  <a:lnTo>
                    <a:pt x="617579" y="676314"/>
                  </a:lnTo>
                  <a:cubicBezTo>
                    <a:pt x="609587" y="690050"/>
                    <a:pt x="594895" y="698500"/>
                    <a:pt x="579003" y="698500"/>
                  </a:cubicBezTo>
                  <a:lnTo>
                    <a:pt x="223939" y="698500"/>
                  </a:lnTo>
                  <a:cubicBezTo>
                    <a:pt x="208047" y="698500"/>
                    <a:pt x="193355" y="690050"/>
                    <a:pt x="185363" y="676314"/>
                  </a:cubicBezTo>
                  <a:lnTo>
                    <a:pt x="7979" y="371436"/>
                  </a:lnTo>
                  <a:cubicBezTo>
                    <a:pt x="0" y="357722"/>
                    <a:pt x="0" y="340778"/>
                    <a:pt x="7979" y="327064"/>
                  </a:cubicBezTo>
                  <a:lnTo>
                    <a:pt x="185363" y="22186"/>
                  </a:lnTo>
                  <a:cubicBezTo>
                    <a:pt x="193355" y="8450"/>
                    <a:pt x="208047" y="0"/>
                    <a:pt x="223939" y="0"/>
                  </a:cubicBezTo>
                  <a:lnTo>
                    <a:pt x="579003" y="0"/>
                  </a:lnTo>
                  <a:cubicBezTo>
                    <a:pt x="594895" y="0"/>
                    <a:pt x="609587" y="8450"/>
                    <a:pt x="617579" y="22186"/>
                  </a:cubicBezTo>
                  <a:lnTo>
                    <a:pt x="794963" y="327064"/>
                  </a:lnTo>
                  <a:cubicBezTo>
                    <a:pt x="802942" y="340778"/>
                    <a:pt x="802942" y="357722"/>
                    <a:pt x="794963" y="371436"/>
                  </a:cubicBezTo>
                  <a:close/>
                </a:path>
              </a:pathLst>
            </a:custGeom>
            <a:solidFill>
              <a:srgbClr val="16578D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true" rot="0">
            <a:off x="9562753" y="9348534"/>
            <a:ext cx="3759752" cy="3332081"/>
          </a:xfrm>
          <a:custGeom>
            <a:avLst/>
            <a:gdLst/>
            <a:ahLst/>
            <a:cxnLst/>
            <a:rect r="r" b="b" t="t" l="l"/>
            <a:pathLst>
              <a:path h="3332081" w="3759752">
                <a:moveTo>
                  <a:pt x="0" y="3332081"/>
                </a:moveTo>
                <a:lnTo>
                  <a:pt x="3759752" y="3332081"/>
                </a:lnTo>
                <a:lnTo>
                  <a:pt x="3759752" y="0"/>
                </a:lnTo>
                <a:lnTo>
                  <a:pt x="0" y="0"/>
                </a:lnTo>
                <a:lnTo>
                  <a:pt x="0" y="3332081"/>
                </a:lnTo>
                <a:close/>
              </a:path>
            </a:pathLst>
          </a:custGeom>
          <a:blipFill>
            <a:blip r:embed="rId3">
              <a:alphaModFix amt="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7038415" y="3810817"/>
            <a:ext cx="3389686" cy="2665365"/>
            <a:chOff x="0" y="0"/>
            <a:chExt cx="696717" cy="5478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7353578">
            <a:off x="1207125" y="8414815"/>
            <a:ext cx="6279545" cy="1610757"/>
          </a:xfrm>
          <a:custGeom>
            <a:avLst/>
            <a:gdLst/>
            <a:ahLst/>
            <a:cxnLst/>
            <a:rect r="r" b="b" t="t" l="l"/>
            <a:pathLst>
              <a:path h="1610757" w="6279545">
                <a:moveTo>
                  <a:pt x="0" y="0"/>
                </a:moveTo>
                <a:lnTo>
                  <a:pt x="6279545" y="0"/>
                </a:lnTo>
                <a:lnTo>
                  <a:pt x="6279545" y="1610757"/>
                </a:lnTo>
                <a:lnTo>
                  <a:pt x="0" y="16107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5000"/>
            </a:blip>
            <a:stretch>
              <a:fillRect l="0" t="-1167" r="0" b="-1167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978345" y="6920033"/>
            <a:ext cx="3730241" cy="3205676"/>
            <a:chOff x="0" y="0"/>
            <a:chExt cx="812800" cy="6985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3587" y="0"/>
              <a:ext cx="805626" cy="698500"/>
            </a:xfrm>
            <a:custGeom>
              <a:avLst/>
              <a:gdLst/>
              <a:ahLst/>
              <a:cxnLst/>
              <a:rect r="r" b="b" t="t" l="l"/>
              <a:pathLst>
                <a:path h="698500" w="805626">
                  <a:moveTo>
                    <a:pt x="799819" y="365395"/>
                  </a:moveTo>
                  <a:lnTo>
                    <a:pt x="615407" y="682355"/>
                  </a:lnTo>
                  <a:cubicBezTo>
                    <a:pt x="609591" y="692351"/>
                    <a:pt x="598899" y="698500"/>
                    <a:pt x="587334" y="698500"/>
                  </a:cubicBezTo>
                  <a:lnTo>
                    <a:pt x="218292" y="698500"/>
                  </a:lnTo>
                  <a:cubicBezTo>
                    <a:pt x="206727" y="698500"/>
                    <a:pt x="196035" y="692351"/>
                    <a:pt x="190219" y="682355"/>
                  </a:cubicBezTo>
                  <a:lnTo>
                    <a:pt x="5807" y="365395"/>
                  </a:lnTo>
                  <a:cubicBezTo>
                    <a:pt x="0" y="355415"/>
                    <a:pt x="0" y="343085"/>
                    <a:pt x="5807" y="333105"/>
                  </a:cubicBezTo>
                  <a:lnTo>
                    <a:pt x="190219" y="16145"/>
                  </a:lnTo>
                  <a:cubicBezTo>
                    <a:pt x="196035" y="6149"/>
                    <a:pt x="206727" y="0"/>
                    <a:pt x="218292" y="0"/>
                  </a:cubicBezTo>
                  <a:lnTo>
                    <a:pt x="587334" y="0"/>
                  </a:lnTo>
                  <a:cubicBezTo>
                    <a:pt x="598899" y="0"/>
                    <a:pt x="609591" y="6149"/>
                    <a:pt x="615407" y="16145"/>
                  </a:cubicBezTo>
                  <a:lnTo>
                    <a:pt x="799819" y="333105"/>
                  </a:lnTo>
                  <a:cubicBezTo>
                    <a:pt x="805626" y="343085"/>
                    <a:pt x="805626" y="355415"/>
                    <a:pt x="799819" y="365395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071028" y="-6247280"/>
            <a:ext cx="10502929" cy="9025955"/>
            <a:chOff x="0" y="0"/>
            <a:chExt cx="812800" cy="6985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4813" y="0"/>
              <a:ext cx="803175" cy="698500"/>
            </a:xfrm>
            <a:custGeom>
              <a:avLst/>
              <a:gdLst/>
              <a:ahLst/>
              <a:cxnLst/>
              <a:rect r="r" b="b" t="t" l="l"/>
              <a:pathLst>
                <a:path h="698500" w="803175">
                  <a:moveTo>
                    <a:pt x="795383" y="370912"/>
                  </a:moveTo>
                  <a:lnTo>
                    <a:pt x="617391" y="676838"/>
                  </a:lnTo>
                  <a:cubicBezTo>
                    <a:pt x="609587" y="690249"/>
                    <a:pt x="595241" y="698500"/>
                    <a:pt x="579725" y="698500"/>
                  </a:cubicBezTo>
                  <a:lnTo>
                    <a:pt x="223449" y="698500"/>
                  </a:lnTo>
                  <a:cubicBezTo>
                    <a:pt x="207933" y="698500"/>
                    <a:pt x="193587" y="690249"/>
                    <a:pt x="185783" y="676838"/>
                  </a:cubicBezTo>
                  <a:lnTo>
                    <a:pt x="7791" y="370912"/>
                  </a:lnTo>
                  <a:cubicBezTo>
                    <a:pt x="0" y="357522"/>
                    <a:pt x="0" y="340978"/>
                    <a:pt x="7791" y="327588"/>
                  </a:cubicBezTo>
                  <a:lnTo>
                    <a:pt x="185783" y="21662"/>
                  </a:lnTo>
                  <a:cubicBezTo>
                    <a:pt x="193587" y="8251"/>
                    <a:pt x="207933" y="0"/>
                    <a:pt x="223449" y="0"/>
                  </a:cubicBezTo>
                  <a:lnTo>
                    <a:pt x="579725" y="0"/>
                  </a:lnTo>
                  <a:cubicBezTo>
                    <a:pt x="595241" y="0"/>
                    <a:pt x="609587" y="8251"/>
                    <a:pt x="617391" y="21662"/>
                  </a:cubicBezTo>
                  <a:lnTo>
                    <a:pt x="795383" y="327588"/>
                  </a:lnTo>
                  <a:cubicBezTo>
                    <a:pt x="803174" y="340978"/>
                    <a:pt x="803174" y="357522"/>
                    <a:pt x="795383" y="370912"/>
                  </a:cubicBezTo>
                  <a:close/>
                </a:path>
              </a:pathLst>
            </a:custGeom>
            <a:solidFill>
              <a:srgbClr val="0096D6"/>
            </a:solidFill>
            <a:ln cap="rnd">
              <a:noFill/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573908" y="-4096368"/>
            <a:ext cx="8000049" cy="6875042"/>
            <a:chOff x="0" y="0"/>
            <a:chExt cx="812800" cy="6985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7ED957"/>
            </a:solidFill>
            <a:ln cap="rnd">
              <a:noFill/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5925325" y="440431"/>
            <a:ext cx="3297214" cy="2833543"/>
            <a:chOff x="0" y="0"/>
            <a:chExt cx="812800" cy="698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-988600" y="-658846"/>
            <a:ext cx="2966944" cy="2570115"/>
          </a:xfrm>
          <a:custGeom>
            <a:avLst/>
            <a:gdLst/>
            <a:ahLst/>
            <a:cxnLst/>
            <a:rect r="r" b="b" t="t" l="l"/>
            <a:pathLst>
              <a:path h="2570115" w="2966944">
                <a:moveTo>
                  <a:pt x="0" y="0"/>
                </a:moveTo>
                <a:lnTo>
                  <a:pt x="2966945" y="0"/>
                </a:lnTo>
                <a:lnTo>
                  <a:pt x="2966945" y="2570115"/>
                </a:lnTo>
                <a:lnTo>
                  <a:pt x="0" y="25701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-675504" y="10059862"/>
            <a:ext cx="1351009" cy="454277"/>
          </a:xfrm>
          <a:custGeom>
            <a:avLst/>
            <a:gdLst/>
            <a:ahLst/>
            <a:cxnLst/>
            <a:rect r="r" b="b" t="t" l="l"/>
            <a:pathLst>
              <a:path h="454277" w="1351009">
                <a:moveTo>
                  <a:pt x="0" y="0"/>
                </a:moveTo>
                <a:lnTo>
                  <a:pt x="1351008" y="0"/>
                </a:lnTo>
                <a:lnTo>
                  <a:pt x="1351008" y="454276"/>
                </a:lnTo>
                <a:lnTo>
                  <a:pt x="0" y="45427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3573908" y="-444369"/>
            <a:ext cx="1177504" cy="797759"/>
          </a:xfrm>
          <a:custGeom>
            <a:avLst/>
            <a:gdLst/>
            <a:ahLst/>
            <a:cxnLst/>
            <a:rect r="r" b="b" t="t" l="l"/>
            <a:pathLst>
              <a:path h="797759" w="1177504">
                <a:moveTo>
                  <a:pt x="0" y="0"/>
                </a:moveTo>
                <a:lnTo>
                  <a:pt x="1177504" y="0"/>
                </a:lnTo>
                <a:lnTo>
                  <a:pt x="1177504" y="797760"/>
                </a:lnTo>
                <a:lnTo>
                  <a:pt x="0" y="79776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-10800000">
            <a:off x="-308460" y="-75850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0"/>
                </a:moveTo>
                <a:lnTo>
                  <a:pt x="2164275" y="0"/>
                </a:lnTo>
                <a:lnTo>
                  <a:pt x="2164275" y="1111897"/>
                </a:lnTo>
                <a:lnTo>
                  <a:pt x="0" y="111189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true" rot="-10800000">
            <a:off x="16553467" y="997576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1111896"/>
                </a:moveTo>
                <a:lnTo>
                  <a:pt x="2164275" y="1111896"/>
                </a:lnTo>
                <a:lnTo>
                  <a:pt x="2164275" y="0"/>
                </a:lnTo>
                <a:lnTo>
                  <a:pt x="0" y="0"/>
                </a:lnTo>
                <a:lnTo>
                  <a:pt x="0" y="1111896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5072435" y="537527"/>
            <a:ext cx="8143131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Avance esperado vs. real</a:t>
            </a:r>
          </a:p>
        </p:txBody>
      </p:sp>
      <p:pic>
        <p:nvPicPr>
          <p:cNvPr name="Picture 29" id="29"/>
          <p:cNvPicPr>
            <a:picLocks noChangeAspect="true"/>
          </p:cNvPicPr>
          <p:nvPr/>
        </p:nvPicPr>
        <p:blipFill>
          <a:blip r:embed="rId16"/>
          <a:stretch>
            <a:fillRect/>
          </a:stretch>
        </p:blipFill>
        <p:spPr>
          <a:xfrm rot="0">
            <a:off x="3752206" y="702482"/>
            <a:ext cx="10399259" cy="104558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075465" y="-4588628"/>
            <a:ext cx="8000049" cy="6875042"/>
            <a:chOff x="0" y="0"/>
            <a:chExt cx="812800" cy="698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243B55"/>
            </a:solidFill>
            <a:ln cap="rnd">
              <a:noFill/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222558" y="-367861"/>
            <a:ext cx="2618432" cy="690611"/>
          </a:xfrm>
          <a:custGeom>
            <a:avLst/>
            <a:gdLst/>
            <a:ahLst/>
            <a:cxnLst/>
            <a:rect r="r" b="b" t="t" l="l"/>
            <a:pathLst>
              <a:path h="690611" w="2618432">
                <a:moveTo>
                  <a:pt x="0" y="0"/>
                </a:moveTo>
                <a:lnTo>
                  <a:pt x="2618432" y="0"/>
                </a:lnTo>
                <a:lnTo>
                  <a:pt x="2618432" y="690611"/>
                </a:lnTo>
                <a:lnTo>
                  <a:pt x="0" y="6906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2268514" y="-1094021"/>
            <a:ext cx="3297214" cy="2833543"/>
            <a:chOff x="0" y="0"/>
            <a:chExt cx="812800" cy="6985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96D6"/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5998053" y="8601993"/>
            <a:ext cx="3859024" cy="3342880"/>
          </a:xfrm>
          <a:custGeom>
            <a:avLst/>
            <a:gdLst/>
            <a:ahLst/>
            <a:cxnLst/>
            <a:rect r="r" b="b" t="t" l="l"/>
            <a:pathLst>
              <a:path h="3342880" w="3859024">
                <a:moveTo>
                  <a:pt x="0" y="0"/>
                </a:moveTo>
                <a:lnTo>
                  <a:pt x="3859024" y="0"/>
                </a:lnTo>
                <a:lnTo>
                  <a:pt x="3859024" y="3342879"/>
                </a:lnTo>
                <a:lnTo>
                  <a:pt x="0" y="33428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14043734" y="9851941"/>
            <a:ext cx="4728496" cy="537986"/>
            <a:chOff x="0" y="0"/>
            <a:chExt cx="1245365" cy="14169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45365" cy="141692"/>
            </a:xfrm>
            <a:custGeom>
              <a:avLst/>
              <a:gdLst/>
              <a:ahLst/>
              <a:cxnLst/>
              <a:rect r="r" b="b" t="t" l="l"/>
              <a:pathLst>
                <a:path h="141692" w="1245365">
                  <a:moveTo>
                    <a:pt x="70846" y="0"/>
                  </a:moveTo>
                  <a:lnTo>
                    <a:pt x="1174519" y="0"/>
                  </a:lnTo>
                  <a:cubicBezTo>
                    <a:pt x="1193309" y="0"/>
                    <a:pt x="1211329" y="7464"/>
                    <a:pt x="1224615" y="20750"/>
                  </a:cubicBezTo>
                  <a:cubicBezTo>
                    <a:pt x="1237901" y="34036"/>
                    <a:pt x="1245365" y="52056"/>
                    <a:pt x="1245365" y="70846"/>
                  </a:cubicBezTo>
                  <a:lnTo>
                    <a:pt x="1245365" y="70846"/>
                  </a:lnTo>
                  <a:cubicBezTo>
                    <a:pt x="1245365" y="109973"/>
                    <a:pt x="1213647" y="141692"/>
                    <a:pt x="1174519" y="141692"/>
                  </a:cubicBezTo>
                  <a:lnTo>
                    <a:pt x="70846" y="141692"/>
                  </a:lnTo>
                  <a:cubicBezTo>
                    <a:pt x="52056" y="141692"/>
                    <a:pt x="34036" y="134228"/>
                    <a:pt x="20750" y="120942"/>
                  </a:cubicBezTo>
                  <a:cubicBezTo>
                    <a:pt x="7464" y="107655"/>
                    <a:pt x="0" y="89635"/>
                    <a:pt x="0" y="70846"/>
                  </a:cubicBezTo>
                  <a:lnTo>
                    <a:pt x="0" y="70846"/>
                  </a:lnTo>
                  <a:cubicBezTo>
                    <a:pt x="0" y="52056"/>
                    <a:pt x="7464" y="34036"/>
                    <a:pt x="20750" y="20750"/>
                  </a:cubicBezTo>
                  <a:cubicBezTo>
                    <a:pt x="34036" y="7464"/>
                    <a:pt x="52056" y="0"/>
                    <a:pt x="70846" y="0"/>
                  </a:cubicBezTo>
                  <a:close/>
                </a:path>
              </a:pathLst>
            </a:custGeom>
            <a:solidFill>
              <a:srgbClr val="28458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245365" cy="1893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-1328211" y="8954317"/>
            <a:ext cx="3389686" cy="2665365"/>
            <a:chOff x="0" y="0"/>
            <a:chExt cx="696717" cy="5478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7507534" y="10040757"/>
            <a:ext cx="840062" cy="492487"/>
          </a:xfrm>
          <a:custGeom>
            <a:avLst/>
            <a:gdLst/>
            <a:ahLst/>
            <a:cxnLst/>
            <a:rect r="r" b="b" t="t" l="l"/>
            <a:pathLst>
              <a:path h="492487" w="840062">
                <a:moveTo>
                  <a:pt x="0" y="0"/>
                </a:moveTo>
                <a:lnTo>
                  <a:pt x="840062" y="0"/>
                </a:lnTo>
                <a:lnTo>
                  <a:pt x="840062" y="492486"/>
                </a:lnTo>
                <a:lnTo>
                  <a:pt x="0" y="49248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4178802" y="3714913"/>
            <a:ext cx="9930396" cy="1752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890"/>
              </a:lnSpc>
            </a:pPr>
            <a:r>
              <a:rPr lang="en-US" sz="11575" b="true">
                <a:solidFill>
                  <a:srgbClr val="243B5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EVIDENCIAS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075465" y="-4588628"/>
            <a:ext cx="8000049" cy="6875042"/>
            <a:chOff x="0" y="0"/>
            <a:chExt cx="812800" cy="698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243B55"/>
            </a:solidFill>
            <a:ln cap="rnd">
              <a:noFill/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222558" y="-367861"/>
            <a:ext cx="2618432" cy="690611"/>
          </a:xfrm>
          <a:custGeom>
            <a:avLst/>
            <a:gdLst/>
            <a:ahLst/>
            <a:cxnLst/>
            <a:rect r="r" b="b" t="t" l="l"/>
            <a:pathLst>
              <a:path h="690611" w="2618432">
                <a:moveTo>
                  <a:pt x="0" y="0"/>
                </a:moveTo>
                <a:lnTo>
                  <a:pt x="2618432" y="0"/>
                </a:lnTo>
                <a:lnTo>
                  <a:pt x="2618432" y="690611"/>
                </a:lnTo>
                <a:lnTo>
                  <a:pt x="0" y="6906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2268514" y="-1094021"/>
            <a:ext cx="3297214" cy="2833543"/>
            <a:chOff x="0" y="0"/>
            <a:chExt cx="812800" cy="6985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96D6"/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5998053" y="8601993"/>
            <a:ext cx="3859024" cy="3342880"/>
          </a:xfrm>
          <a:custGeom>
            <a:avLst/>
            <a:gdLst/>
            <a:ahLst/>
            <a:cxnLst/>
            <a:rect r="r" b="b" t="t" l="l"/>
            <a:pathLst>
              <a:path h="3342880" w="3859024">
                <a:moveTo>
                  <a:pt x="0" y="0"/>
                </a:moveTo>
                <a:lnTo>
                  <a:pt x="3859024" y="0"/>
                </a:lnTo>
                <a:lnTo>
                  <a:pt x="3859024" y="3342879"/>
                </a:lnTo>
                <a:lnTo>
                  <a:pt x="0" y="33428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14043734" y="9851941"/>
            <a:ext cx="4728496" cy="537986"/>
            <a:chOff x="0" y="0"/>
            <a:chExt cx="1245365" cy="14169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45365" cy="141692"/>
            </a:xfrm>
            <a:custGeom>
              <a:avLst/>
              <a:gdLst/>
              <a:ahLst/>
              <a:cxnLst/>
              <a:rect r="r" b="b" t="t" l="l"/>
              <a:pathLst>
                <a:path h="141692" w="1245365">
                  <a:moveTo>
                    <a:pt x="70846" y="0"/>
                  </a:moveTo>
                  <a:lnTo>
                    <a:pt x="1174519" y="0"/>
                  </a:lnTo>
                  <a:cubicBezTo>
                    <a:pt x="1193309" y="0"/>
                    <a:pt x="1211329" y="7464"/>
                    <a:pt x="1224615" y="20750"/>
                  </a:cubicBezTo>
                  <a:cubicBezTo>
                    <a:pt x="1237901" y="34036"/>
                    <a:pt x="1245365" y="52056"/>
                    <a:pt x="1245365" y="70846"/>
                  </a:cubicBezTo>
                  <a:lnTo>
                    <a:pt x="1245365" y="70846"/>
                  </a:lnTo>
                  <a:cubicBezTo>
                    <a:pt x="1245365" y="109973"/>
                    <a:pt x="1213647" y="141692"/>
                    <a:pt x="1174519" y="141692"/>
                  </a:cubicBezTo>
                  <a:lnTo>
                    <a:pt x="70846" y="141692"/>
                  </a:lnTo>
                  <a:cubicBezTo>
                    <a:pt x="52056" y="141692"/>
                    <a:pt x="34036" y="134228"/>
                    <a:pt x="20750" y="120942"/>
                  </a:cubicBezTo>
                  <a:cubicBezTo>
                    <a:pt x="7464" y="107655"/>
                    <a:pt x="0" y="89635"/>
                    <a:pt x="0" y="70846"/>
                  </a:cubicBezTo>
                  <a:lnTo>
                    <a:pt x="0" y="70846"/>
                  </a:lnTo>
                  <a:cubicBezTo>
                    <a:pt x="0" y="52056"/>
                    <a:pt x="7464" y="34036"/>
                    <a:pt x="20750" y="20750"/>
                  </a:cubicBezTo>
                  <a:cubicBezTo>
                    <a:pt x="34036" y="7464"/>
                    <a:pt x="52056" y="0"/>
                    <a:pt x="70846" y="0"/>
                  </a:cubicBezTo>
                  <a:close/>
                </a:path>
              </a:pathLst>
            </a:custGeom>
            <a:solidFill>
              <a:srgbClr val="28458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245365" cy="1893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-1328211" y="8954317"/>
            <a:ext cx="3389686" cy="2665365"/>
            <a:chOff x="0" y="0"/>
            <a:chExt cx="696717" cy="5478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7507534" y="10040757"/>
            <a:ext cx="840062" cy="492487"/>
          </a:xfrm>
          <a:custGeom>
            <a:avLst/>
            <a:gdLst/>
            <a:ahLst/>
            <a:cxnLst/>
            <a:rect r="r" b="b" t="t" l="l"/>
            <a:pathLst>
              <a:path h="492487" w="840062">
                <a:moveTo>
                  <a:pt x="0" y="0"/>
                </a:moveTo>
                <a:lnTo>
                  <a:pt x="840062" y="0"/>
                </a:lnTo>
                <a:lnTo>
                  <a:pt x="840062" y="492486"/>
                </a:lnTo>
                <a:lnTo>
                  <a:pt x="0" y="49248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420031" y="1739522"/>
            <a:ext cx="17507534" cy="6193290"/>
          </a:xfrm>
          <a:custGeom>
            <a:avLst/>
            <a:gdLst/>
            <a:ahLst/>
            <a:cxnLst/>
            <a:rect r="r" b="b" t="t" l="l"/>
            <a:pathLst>
              <a:path h="6193290" w="17507534">
                <a:moveTo>
                  <a:pt x="0" y="0"/>
                </a:moveTo>
                <a:lnTo>
                  <a:pt x="17507534" y="0"/>
                </a:lnTo>
                <a:lnTo>
                  <a:pt x="17507534" y="6193290"/>
                </a:lnTo>
                <a:lnTo>
                  <a:pt x="0" y="619329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8523387" y="141605"/>
            <a:ext cx="1241227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EDT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075465" y="-4588628"/>
            <a:ext cx="8000049" cy="6875042"/>
            <a:chOff x="0" y="0"/>
            <a:chExt cx="812800" cy="698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243B55"/>
            </a:solidFill>
            <a:ln cap="rnd">
              <a:noFill/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222558" y="-367861"/>
            <a:ext cx="2618432" cy="690611"/>
          </a:xfrm>
          <a:custGeom>
            <a:avLst/>
            <a:gdLst/>
            <a:ahLst/>
            <a:cxnLst/>
            <a:rect r="r" b="b" t="t" l="l"/>
            <a:pathLst>
              <a:path h="690611" w="2618432">
                <a:moveTo>
                  <a:pt x="0" y="0"/>
                </a:moveTo>
                <a:lnTo>
                  <a:pt x="2618432" y="0"/>
                </a:lnTo>
                <a:lnTo>
                  <a:pt x="2618432" y="690611"/>
                </a:lnTo>
                <a:lnTo>
                  <a:pt x="0" y="6906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2268514" y="-1094021"/>
            <a:ext cx="3297214" cy="2833543"/>
            <a:chOff x="0" y="0"/>
            <a:chExt cx="812800" cy="6985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96D6"/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5998053" y="8601993"/>
            <a:ext cx="3859024" cy="3342880"/>
          </a:xfrm>
          <a:custGeom>
            <a:avLst/>
            <a:gdLst/>
            <a:ahLst/>
            <a:cxnLst/>
            <a:rect r="r" b="b" t="t" l="l"/>
            <a:pathLst>
              <a:path h="3342880" w="3859024">
                <a:moveTo>
                  <a:pt x="0" y="0"/>
                </a:moveTo>
                <a:lnTo>
                  <a:pt x="3859024" y="0"/>
                </a:lnTo>
                <a:lnTo>
                  <a:pt x="3859024" y="3342879"/>
                </a:lnTo>
                <a:lnTo>
                  <a:pt x="0" y="33428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14043734" y="9851941"/>
            <a:ext cx="4728496" cy="537986"/>
            <a:chOff x="0" y="0"/>
            <a:chExt cx="1245365" cy="14169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45365" cy="141692"/>
            </a:xfrm>
            <a:custGeom>
              <a:avLst/>
              <a:gdLst/>
              <a:ahLst/>
              <a:cxnLst/>
              <a:rect r="r" b="b" t="t" l="l"/>
              <a:pathLst>
                <a:path h="141692" w="1245365">
                  <a:moveTo>
                    <a:pt x="70846" y="0"/>
                  </a:moveTo>
                  <a:lnTo>
                    <a:pt x="1174519" y="0"/>
                  </a:lnTo>
                  <a:cubicBezTo>
                    <a:pt x="1193309" y="0"/>
                    <a:pt x="1211329" y="7464"/>
                    <a:pt x="1224615" y="20750"/>
                  </a:cubicBezTo>
                  <a:cubicBezTo>
                    <a:pt x="1237901" y="34036"/>
                    <a:pt x="1245365" y="52056"/>
                    <a:pt x="1245365" y="70846"/>
                  </a:cubicBezTo>
                  <a:lnTo>
                    <a:pt x="1245365" y="70846"/>
                  </a:lnTo>
                  <a:cubicBezTo>
                    <a:pt x="1245365" y="109973"/>
                    <a:pt x="1213647" y="141692"/>
                    <a:pt x="1174519" y="141692"/>
                  </a:cubicBezTo>
                  <a:lnTo>
                    <a:pt x="70846" y="141692"/>
                  </a:lnTo>
                  <a:cubicBezTo>
                    <a:pt x="52056" y="141692"/>
                    <a:pt x="34036" y="134228"/>
                    <a:pt x="20750" y="120942"/>
                  </a:cubicBezTo>
                  <a:cubicBezTo>
                    <a:pt x="7464" y="107655"/>
                    <a:pt x="0" y="89635"/>
                    <a:pt x="0" y="70846"/>
                  </a:cubicBezTo>
                  <a:lnTo>
                    <a:pt x="0" y="70846"/>
                  </a:lnTo>
                  <a:cubicBezTo>
                    <a:pt x="0" y="52056"/>
                    <a:pt x="7464" y="34036"/>
                    <a:pt x="20750" y="20750"/>
                  </a:cubicBezTo>
                  <a:cubicBezTo>
                    <a:pt x="34036" y="7464"/>
                    <a:pt x="52056" y="0"/>
                    <a:pt x="70846" y="0"/>
                  </a:cubicBezTo>
                  <a:close/>
                </a:path>
              </a:pathLst>
            </a:custGeom>
            <a:solidFill>
              <a:srgbClr val="28458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245365" cy="1893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-1328211" y="8954317"/>
            <a:ext cx="3389686" cy="2665365"/>
            <a:chOff x="0" y="0"/>
            <a:chExt cx="696717" cy="5478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7507534" y="10040757"/>
            <a:ext cx="840062" cy="492487"/>
          </a:xfrm>
          <a:custGeom>
            <a:avLst/>
            <a:gdLst/>
            <a:ahLst/>
            <a:cxnLst/>
            <a:rect r="r" b="b" t="t" l="l"/>
            <a:pathLst>
              <a:path h="492487" w="840062">
                <a:moveTo>
                  <a:pt x="0" y="0"/>
                </a:moveTo>
                <a:lnTo>
                  <a:pt x="840062" y="0"/>
                </a:lnTo>
                <a:lnTo>
                  <a:pt x="840062" y="492486"/>
                </a:lnTo>
                <a:lnTo>
                  <a:pt x="0" y="49248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Object 17" id="17"/>
          <p:cNvGraphicFramePr/>
          <p:nvPr/>
        </p:nvGraphicFramePr>
        <p:xfrm>
          <a:off x="4225779" y="593641"/>
          <a:ext cx="10696575" cy="11315700"/>
        </p:xfrm>
        <a:graphic>
          <a:graphicData uri="http://schemas.openxmlformats.org/presentationml/2006/ole">
            <p:oleObj imgW="12954000" imgH="13576300" r:id="rId9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18" id="18"/>
          <p:cNvSpPr txBox="true"/>
          <p:nvPr/>
        </p:nvSpPr>
        <p:spPr>
          <a:xfrm rot="0">
            <a:off x="133231" y="3477391"/>
            <a:ext cx="3856489" cy="2785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111"/>
              </a:lnSpc>
              <a:spcBef>
                <a:spcPct val="0"/>
              </a:spcBef>
            </a:pPr>
            <a:r>
              <a:rPr lang="en-US" sz="7936">
                <a:solidFill>
                  <a:srgbClr val="16578D"/>
                </a:solidFill>
                <a:latin typeface="Public Sans"/>
                <a:ea typeface="Public Sans"/>
                <a:cs typeface="Public Sans"/>
                <a:sym typeface="Public Sans"/>
              </a:rPr>
              <a:t>MATRIZ RACI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3443720" y="3487034"/>
            <a:ext cx="10255006" cy="8812896"/>
            <a:chOff x="0" y="0"/>
            <a:chExt cx="812800" cy="6985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4929" y="0"/>
              <a:ext cx="802942" cy="698500"/>
            </a:xfrm>
            <a:custGeom>
              <a:avLst/>
              <a:gdLst/>
              <a:ahLst/>
              <a:cxnLst/>
              <a:rect r="r" b="b" t="t" l="l"/>
              <a:pathLst>
                <a:path h="698500" w="802942">
                  <a:moveTo>
                    <a:pt x="794963" y="371436"/>
                  </a:moveTo>
                  <a:lnTo>
                    <a:pt x="617579" y="676314"/>
                  </a:lnTo>
                  <a:cubicBezTo>
                    <a:pt x="609587" y="690050"/>
                    <a:pt x="594895" y="698500"/>
                    <a:pt x="579003" y="698500"/>
                  </a:cubicBezTo>
                  <a:lnTo>
                    <a:pt x="223939" y="698500"/>
                  </a:lnTo>
                  <a:cubicBezTo>
                    <a:pt x="208047" y="698500"/>
                    <a:pt x="193355" y="690050"/>
                    <a:pt x="185363" y="676314"/>
                  </a:cubicBezTo>
                  <a:lnTo>
                    <a:pt x="7979" y="371436"/>
                  </a:lnTo>
                  <a:cubicBezTo>
                    <a:pt x="0" y="357722"/>
                    <a:pt x="0" y="340778"/>
                    <a:pt x="7979" y="327064"/>
                  </a:cubicBezTo>
                  <a:lnTo>
                    <a:pt x="185363" y="22186"/>
                  </a:lnTo>
                  <a:cubicBezTo>
                    <a:pt x="193355" y="8450"/>
                    <a:pt x="208047" y="0"/>
                    <a:pt x="223939" y="0"/>
                  </a:cubicBezTo>
                  <a:lnTo>
                    <a:pt x="579003" y="0"/>
                  </a:lnTo>
                  <a:cubicBezTo>
                    <a:pt x="594895" y="0"/>
                    <a:pt x="609587" y="8450"/>
                    <a:pt x="617579" y="22186"/>
                  </a:cubicBezTo>
                  <a:lnTo>
                    <a:pt x="794963" y="327064"/>
                  </a:lnTo>
                  <a:cubicBezTo>
                    <a:pt x="802942" y="340778"/>
                    <a:pt x="802942" y="357722"/>
                    <a:pt x="794963" y="371436"/>
                  </a:cubicBezTo>
                  <a:close/>
                </a:path>
              </a:pathLst>
            </a:custGeom>
            <a:solidFill>
              <a:srgbClr val="16578D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true" rot="0">
            <a:off x="9562753" y="9348534"/>
            <a:ext cx="3759752" cy="3332081"/>
          </a:xfrm>
          <a:custGeom>
            <a:avLst/>
            <a:gdLst/>
            <a:ahLst/>
            <a:cxnLst/>
            <a:rect r="r" b="b" t="t" l="l"/>
            <a:pathLst>
              <a:path h="3332081" w="3759752">
                <a:moveTo>
                  <a:pt x="0" y="3332081"/>
                </a:moveTo>
                <a:lnTo>
                  <a:pt x="3759752" y="3332081"/>
                </a:lnTo>
                <a:lnTo>
                  <a:pt x="3759752" y="0"/>
                </a:lnTo>
                <a:lnTo>
                  <a:pt x="0" y="0"/>
                </a:lnTo>
                <a:lnTo>
                  <a:pt x="0" y="3332081"/>
                </a:lnTo>
                <a:close/>
              </a:path>
            </a:pathLst>
          </a:custGeom>
          <a:blipFill>
            <a:blip r:embed="rId3">
              <a:alphaModFix amt="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7038415" y="3810817"/>
            <a:ext cx="3389686" cy="2665365"/>
            <a:chOff x="0" y="0"/>
            <a:chExt cx="696717" cy="5478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7353578">
            <a:off x="1207125" y="8414815"/>
            <a:ext cx="6279545" cy="1610757"/>
          </a:xfrm>
          <a:custGeom>
            <a:avLst/>
            <a:gdLst/>
            <a:ahLst/>
            <a:cxnLst/>
            <a:rect r="r" b="b" t="t" l="l"/>
            <a:pathLst>
              <a:path h="1610757" w="6279545">
                <a:moveTo>
                  <a:pt x="0" y="0"/>
                </a:moveTo>
                <a:lnTo>
                  <a:pt x="6279545" y="0"/>
                </a:lnTo>
                <a:lnTo>
                  <a:pt x="6279545" y="1610757"/>
                </a:lnTo>
                <a:lnTo>
                  <a:pt x="0" y="16107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5000"/>
            </a:blip>
            <a:stretch>
              <a:fillRect l="0" t="-1167" r="0" b="-1167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978345" y="6920033"/>
            <a:ext cx="3730241" cy="3205676"/>
            <a:chOff x="0" y="0"/>
            <a:chExt cx="812800" cy="6985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3587" y="0"/>
              <a:ext cx="805626" cy="698500"/>
            </a:xfrm>
            <a:custGeom>
              <a:avLst/>
              <a:gdLst/>
              <a:ahLst/>
              <a:cxnLst/>
              <a:rect r="r" b="b" t="t" l="l"/>
              <a:pathLst>
                <a:path h="698500" w="805626">
                  <a:moveTo>
                    <a:pt x="799819" y="365395"/>
                  </a:moveTo>
                  <a:lnTo>
                    <a:pt x="615407" y="682355"/>
                  </a:lnTo>
                  <a:cubicBezTo>
                    <a:pt x="609591" y="692351"/>
                    <a:pt x="598899" y="698500"/>
                    <a:pt x="587334" y="698500"/>
                  </a:cubicBezTo>
                  <a:lnTo>
                    <a:pt x="218292" y="698500"/>
                  </a:lnTo>
                  <a:cubicBezTo>
                    <a:pt x="206727" y="698500"/>
                    <a:pt x="196035" y="692351"/>
                    <a:pt x="190219" y="682355"/>
                  </a:cubicBezTo>
                  <a:lnTo>
                    <a:pt x="5807" y="365395"/>
                  </a:lnTo>
                  <a:cubicBezTo>
                    <a:pt x="0" y="355415"/>
                    <a:pt x="0" y="343085"/>
                    <a:pt x="5807" y="333105"/>
                  </a:cubicBezTo>
                  <a:lnTo>
                    <a:pt x="190219" y="16145"/>
                  </a:lnTo>
                  <a:cubicBezTo>
                    <a:pt x="196035" y="6149"/>
                    <a:pt x="206727" y="0"/>
                    <a:pt x="218292" y="0"/>
                  </a:cubicBezTo>
                  <a:lnTo>
                    <a:pt x="587334" y="0"/>
                  </a:lnTo>
                  <a:cubicBezTo>
                    <a:pt x="598899" y="0"/>
                    <a:pt x="609591" y="6149"/>
                    <a:pt x="615407" y="16145"/>
                  </a:cubicBezTo>
                  <a:lnTo>
                    <a:pt x="799819" y="333105"/>
                  </a:lnTo>
                  <a:cubicBezTo>
                    <a:pt x="805626" y="343085"/>
                    <a:pt x="805626" y="355415"/>
                    <a:pt x="799819" y="365395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071028" y="-6247280"/>
            <a:ext cx="10502929" cy="9025955"/>
            <a:chOff x="0" y="0"/>
            <a:chExt cx="812800" cy="6985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4813" y="0"/>
              <a:ext cx="803175" cy="698500"/>
            </a:xfrm>
            <a:custGeom>
              <a:avLst/>
              <a:gdLst/>
              <a:ahLst/>
              <a:cxnLst/>
              <a:rect r="r" b="b" t="t" l="l"/>
              <a:pathLst>
                <a:path h="698500" w="803175">
                  <a:moveTo>
                    <a:pt x="795383" y="370912"/>
                  </a:moveTo>
                  <a:lnTo>
                    <a:pt x="617391" y="676838"/>
                  </a:lnTo>
                  <a:cubicBezTo>
                    <a:pt x="609587" y="690249"/>
                    <a:pt x="595241" y="698500"/>
                    <a:pt x="579725" y="698500"/>
                  </a:cubicBezTo>
                  <a:lnTo>
                    <a:pt x="223449" y="698500"/>
                  </a:lnTo>
                  <a:cubicBezTo>
                    <a:pt x="207933" y="698500"/>
                    <a:pt x="193587" y="690249"/>
                    <a:pt x="185783" y="676838"/>
                  </a:cubicBezTo>
                  <a:lnTo>
                    <a:pt x="7791" y="370912"/>
                  </a:lnTo>
                  <a:cubicBezTo>
                    <a:pt x="0" y="357522"/>
                    <a:pt x="0" y="340978"/>
                    <a:pt x="7791" y="327588"/>
                  </a:cubicBezTo>
                  <a:lnTo>
                    <a:pt x="185783" y="21662"/>
                  </a:lnTo>
                  <a:cubicBezTo>
                    <a:pt x="193587" y="8251"/>
                    <a:pt x="207933" y="0"/>
                    <a:pt x="223449" y="0"/>
                  </a:cubicBezTo>
                  <a:lnTo>
                    <a:pt x="579725" y="0"/>
                  </a:lnTo>
                  <a:cubicBezTo>
                    <a:pt x="595241" y="0"/>
                    <a:pt x="609587" y="8251"/>
                    <a:pt x="617391" y="21662"/>
                  </a:cubicBezTo>
                  <a:lnTo>
                    <a:pt x="795383" y="327588"/>
                  </a:lnTo>
                  <a:cubicBezTo>
                    <a:pt x="803174" y="340978"/>
                    <a:pt x="803174" y="357522"/>
                    <a:pt x="795383" y="370912"/>
                  </a:cubicBezTo>
                  <a:close/>
                </a:path>
              </a:pathLst>
            </a:custGeom>
            <a:solidFill>
              <a:srgbClr val="0096D6"/>
            </a:solidFill>
            <a:ln cap="rnd">
              <a:noFill/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573908" y="-4096368"/>
            <a:ext cx="8000049" cy="6875042"/>
            <a:chOff x="0" y="0"/>
            <a:chExt cx="812800" cy="6985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7ED957"/>
            </a:solidFill>
            <a:ln cap="rnd">
              <a:noFill/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5925325" y="440431"/>
            <a:ext cx="3297214" cy="2833543"/>
            <a:chOff x="0" y="0"/>
            <a:chExt cx="812800" cy="698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-988600" y="-658846"/>
            <a:ext cx="2966944" cy="2570115"/>
          </a:xfrm>
          <a:custGeom>
            <a:avLst/>
            <a:gdLst/>
            <a:ahLst/>
            <a:cxnLst/>
            <a:rect r="r" b="b" t="t" l="l"/>
            <a:pathLst>
              <a:path h="2570115" w="2966944">
                <a:moveTo>
                  <a:pt x="0" y="0"/>
                </a:moveTo>
                <a:lnTo>
                  <a:pt x="2966945" y="0"/>
                </a:lnTo>
                <a:lnTo>
                  <a:pt x="2966945" y="2570115"/>
                </a:lnTo>
                <a:lnTo>
                  <a:pt x="0" y="25701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-675504" y="10059862"/>
            <a:ext cx="1351009" cy="454277"/>
          </a:xfrm>
          <a:custGeom>
            <a:avLst/>
            <a:gdLst/>
            <a:ahLst/>
            <a:cxnLst/>
            <a:rect r="r" b="b" t="t" l="l"/>
            <a:pathLst>
              <a:path h="454277" w="1351009">
                <a:moveTo>
                  <a:pt x="0" y="0"/>
                </a:moveTo>
                <a:lnTo>
                  <a:pt x="1351008" y="0"/>
                </a:lnTo>
                <a:lnTo>
                  <a:pt x="1351008" y="454276"/>
                </a:lnTo>
                <a:lnTo>
                  <a:pt x="0" y="45427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3573908" y="-444369"/>
            <a:ext cx="1177504" cy="797759"/>
          </a:xfrm>
          <a:custGeom>
            <a:avLst/>
            <a:gdLst/>
            <a:ahLst/>
            <a:cxnLst/>
            <a:rect r="r" b="b" t="t" l="l"/>
            <a:pathLst>
              <a:path h="797759" w="1177504">
                <a:moveTo>
                  <a:pt x="0" y="0"/>
                </a:moveTo>
                <a:lnTo>
                  <a:pt x="1177504" y="0"/>
                </a:lnTo>
                <a:lnTo>
                  <a:pt x="1177504" y="797760"/>
                </a:lnTo>
                <a:lnTo>
                  <a:pt x="0" y="79776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-10800000">
            <a:off x="-308460" y="-75850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0"/>
                </a:moveTo>
                <a:lnTo>
                  <a:pt x="2164275" y="0"/>
                </a:lnTo>
                <a:lnTo>
                  <a:pt x="2164275" y="1111897"/>
                </a:lnTo>
                <a:lnTo>
                  <a:pt x="0" y="111189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true" rot="-10800000">
            <a:off x="16553467" y="997576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1111896"/>
                </a:moveTo>
                <a:lnTo>
                  <a:pt x="2164275" y="1111896"/>
                </a:lnTo>
                <a:lnTo>
                  <a:pt x="2164275" y="0"/>
                </a:lnTo>
                <a:lnTo>
                  <a:pt x="0" y="0"/>
                </a:lnTo>
                <a:lnTo>
                  <a:pt x="0" y="1111896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2317188" y="1181521"/>
            <a:ext cx="14491129" cy="8944187"/>
          </a:xfrm>
          <a:custGeom>
            <a:avLst/>
            <a:gdLst/>
            <a:ahLst/>
            <a:cxnLst/>
            <a:rect r="r" b="b" t="t" l="l"/>
            <a:pathLst>
              <a:path h="8944187" w="14491129">
                <a:moveTo>
                  <a:pt x="0" y="0"/>
                </a:moveTo>
                <a:lnTo>
                  <a:pt x="14491129" y="0"/>
                </a:lnTo>
                <a:lnTo>
                  <a:pt x="14491129" y="8944187"/>
                </a:lnTo>
                <a:lnTo>
                  <a:pt x="0" y="894418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-77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8357369" y="141605"/>
            <a:ext cx="1573262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AS IS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3443720" y="3487034"/>
            <a:ext cx="10255006" cy="8812896"/>
            <a:chOff x="0" y="0"/>
            <a:chExt cx="812800" cy="6985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4929" y="0"/>
              <a:ext cx="802942" cy="698500"/>
            </a:xfrm>
            <a:custGeom>
              <a:avLst/>
              <a:gdLst/>
              <a:ahLst/>
              <a:cxnLst/>
              <a:rect r="r" b="b" t="t" l="l"/>
              <a:pathLst>
                <a:path h="698500" w="802942">
                  <a:moveTo>
                    <a:pt x="794963" y="371436"/>
                  </a:moveTo>
                  <a:lnTo>
                    <a:pt x="617579" y="676314"/>
                  </a:lnTo>
                  <a:cubicBezTo>
                    <a:pt x="609587" y="690050"/>
                    <a:pt x="594895" y="698500"/>
                    <a:pt x="579003" y="698500"/>
                  </a:cubicBezTo>
                  <a:lnTo>
                    <a:pt x="223939" y="698500"/>
                  </a:lnTo>
                  <a:cubicBezTo>
                    <a:pt x="208047" y="698500"/>
                    <a:pt x="193355" y="690050"/>
                    <a:pt x="185363" y="676314"/>
                  </a:cubicBezTo>
                  <a:lnTo>
                    <a:pt x="7979" y="371436"/>
                  </a:lnTo>
                  <a:cubicBezTo>
                    <a:pt x="0" y="357722"/>
                    <a:pt x="0" y="340778"/>
                    <a:pt x="7979" y="327064"/>
                  </a:cubicBezTo>
                  <a:lnTo>
                    <a:pt x="185363" y="22186"/>
                  </a:lnTo>
                  <a:cubicBezTo>
                    <a:pt x="193355" y="8450"/>
                    <a:pt x="208047" y="0"/>
                    <a:pt x="223939" y="0"/>
                  </a:cubicBezTo>
                  <a:lnTo>
                    <a:pt x="579003" y="0"/>
                  </a:lnTo>
                  <a:cubicBezTo>
                    <a:pt x="594895" y="0"/>
                    <a:pt x="609587" y="8450"/>
                    <a:pt x="617579" y="22186"/>
                  </a:cubicBezTo>
                  <a:lnTo>
                    <a:pt x="794963" y="327064"/>
                  </a:lnTo>
                  <a:cubicBezTo>
                    <a:pt x="802942" y="340778"/>
                    <a:pt x="802942" y="357722"/>
                    <a:pt x="794963" y="371436"/>
                  </a:cubicBezTo>
                  <a:close/>
                </a:path>
              </a:pathLst>
            </a:custGeom>
            <a:solidFill>
              <a:srgbClr val="16578D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true" rot="0">
            <a:off x="9562753" y="9348534"/>
            <a:ext cx="3759752" cy="3332081"/>
          </a:xfrm>
          <a:custGeom>
            <a:avLst/>
            <a:gdLst/>
            <a:ahLst/>
            <a:cxnLst/>
            <a:rect r="r" b="b" t="t" l="l"/>
            <a:pathLst>
              <a:path h="3332081" w="3759752">
                <a:moveTo>
                  <a:pt x="0" y="3332081"/>
                </a:moveTo>
                <a:lnTo>
                  <a:pt x="3759752" y="3332081"/>
                </a:lnTo>
                <a:lnTo>
                  <a:pt x="3759752" y="0"/>
                </a:lnTo>
                <a:lnTo>
                  <a:pt x="0" y="0"/>
                </a:lnTo>
                <a:lnTo>
                  <a:pt x="0" y="3332081"/>
                </a:lnTo>
                <a:close/>
              </a:path>
            </a:pathLst>
          </a:custGeom>
          <a:blipFill>
            <a:blip r:embed="rId3">
              <a:alphaModFix amt="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7038415" y="3810817"/>
            <a:ext cx="3389686" cy="2665365"/>
            <a:chOff x="0" y="0"/>
            <a:chExt cx="696717" cy="5478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7353578">
            <a:off x="1207125" y="8414815"/>
            <a:ext cx="6279545" cy="1610757"/>
          </a:xfrm>
          <a:custGeom>
            <a:avLst/>
            <a:gdLst/>
            <a:ahLst/>
            <a:cxnLst/>
            <a:rect r="r" b="b" t="t" l="l"/>
            <a:pathLst>
              <a:path h="1610757" w="6279545">
                <a:moveTo>
                  <a:pt x="0" y="0"/>
                </a:moveTo>
                <a:lnTo>
                  <a:pt x="6279545" y="0"/>
                </a:lnTo>
                <a:lnTo>
                  <a:pt x="6279545" y="1610757"/>
                </a:lnTo>
                <a:lnTo>
                  <a:pt x="0" y="16107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5000"/>
            </a:blip>
            <a:stretch>
              <a:fillRect l="0" t="-1167" r="0" b="-1167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978345" y="6920033"/>
            <a:ext cx="3730241" cy="3205676"/>
            <a:chOff x="0" y="0"/>
            <a:chExt cx="812800" cy="6985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3587" y="0"/>
              <a:ext cx="805626" cy="698500"/>
            </a:xfrm>
            <a:custGeom>
              <a:avLst/>
              <a:gdLst/>
              <a:ahLst/>
              <a:cxnLst/>
              <a:rect r="r" b="b" t="t" l="l"/>
              <a:pathLst>
                <a:path h="698500" w="805626">
                  <a:moveTo>
                    <a:pt x="799819" y="365395"/>
                  </a:moveTo>
                  <a:lnTo>
                    <a:pt x="615407" y="682355"/>
                  </a:lnTo>
                  <a:cubicBezTo>
                    <a:pt x="609591" y="692351"/>
                    <a:pt x="598899" y="698500"/>
                    <a:pt x="587334" y="698500"/>
                  </a:cubicBezTo>
                  <a:lnTo>
                    <a:pt x="218292" y="698500"/>
                  </a:lnTo>
                  <a:cubicBezTo>
                    <a:pt x="206727" y="698500"/>
                    <a:pt x="196035" y="692351"/>
                    <a:pt x="190219" y="682355"/>
                  </a:cubicBezTo>
                  <a:lnTo>
                    <a:pt x="5807" y="365395"/>
                  </a:lnTo>
                  <a:cubicBezTo>
                    <a:pt x="0" y="355415"/>
                    <a:pt x="0" y="343085"/>
                    <a:pt x="5807" y="333105"/>
                  </a:cubicBezTo>
                  <a:lnTo>
                    <a:pt x="190219" y="16145"/>
                  </a:lnTo>
                  <a:cubicBezTo>
                    <a:pt x="196035" y="6149"/>
                    <a:pt x="206727" y="0"/>
                    <a:pt x="218292" y="0"/>
                  </a:cubicBezTo>
                  <a:lnTo>
                    <a:pt x="587334" y="0"/>
                  </a:lnTo>
                  <a:cubicBezTo>
                    <a:pt x="598899" y="0"/>
                    <a:pt x="609591" y="6149"/>
                    <a:pt x="615407" y="16145"/>
                  </a:cubicBezTo>
                  <a:lnTo>
                    <a:pt x="799819" y="333105"/>
                  </a:lnTo>
                  <a:cubicBezTo>
                    <a:pt x="805626" y="343085"/>
                    <a:pt x="805626" y="355415"/>
                    <a:pt x="799819" y="365395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071028" y="-6247280"/>
            <a:ext cx="10502929" cy="9025955"/>
            <a:chOff x="0" y="0"/>
            <a:chExt cx="812800" cy="6985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4813" y="0"/>
              <a:ext cx="803175" cy="698500"/>
            </a:xfrm>
            <a:custGeom>
              <a:avLst/>
              <a:gdLst/>
              <a:ahLst/>
              <a:cxnLst/>
              <a:rect r="r" b="b" t="t" l="l"/>
              <a:pathLst>
                <a:path h="698500" w="803175">
                  <a:moveTo>
                    <a:pt x="795383" y="370912"/>
                  </a:moveTo>
                  <a:lnTo>
                    <a:pt x="617391" y="676838"/>
                  </a:lnTo>
                  <a:cubicBezTo>
                    <a:pt x="609587" y="690249"/>
                    <a:pt x="595241" y="698500"/>
                    <a:pt x="579725" y="698500"/>
                  </a:cubicBezTo>
                  <a:lnTo>
                    <a:pt x="223449" y="698500"/>
                  </a:lnTo>
                  <a:cubicBezTo>
                    <a:pt x="207933" y="698500"/>
                    <a:pt x="193587" y="690249"/>
                    <a:pt x="185783" y="676838"/>
                  </a:cubicBezTo>
                  <a:lnTo>
                    <a:pt x="7791" y="370912"/>
                  </a:lnTo>
                  <a:cubicBezTo>
                    <a:pt x="0" y="357522"/>
                    <a:pt x="0" y="340978"/>
                    <a:pt x="7791" y="327588"/>
                  </a:cubicBezTo>
                  <a:lnTo>
                    <a:pt x="185783" y="21662"/>
                  </a:lnTo>
                  <a:cubicBezTo>
                    <a:pt x="193587" y="8251"/>
                    <a:pt x="207933" y="0"/>
                    <a:pt x="223449" y="0"/>
                  </a:cubicBezTo>
                  <a:lnTo>
                    <a:pt x="579725" y="0"/>
                  </a:lnTo>
                  <a:cubicBezTo>
                    <a:pt x="595241" y="0"/>
                    <a:pt x="609587" y="8251"/>
                    <a:pt x="617391" y="21662"/>
                  </a:cubicBezTo>
                  <a:lnTo>
                    <a:pt x="795383" y="327588"/>
                  </a:lnTo>
                  <a:cubicBezTo>
                    <a:pt x="803174" y="340978"/>
                    <a:pt x="803174" y="357522"/>
                    <a:pt x="795383" y="370912"/>
                  </a:cubicBezTo>
                  <a:close/>
                </a:path>
              </a:pathLst>
            </a:custGeom>
            <a:solidFill>
              <a:srgbClr val="0096D6"/>
            </a:solidFill>
            <a:ln cap="rnd">
              <a:noFill/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573908" y="-4096368"/>
            <a:ext cx="8000049" cy="6875042"/>
            <a:chOff x="0" y="0"/>
            <a:chExt cx="812800" cy="6985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7ED957"/>
            </a:solidFill>
            <a:ln cap="rnd">
              <a:noFill/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5925325" y="440431"/>
            <a:ext cx="3297214" cy="2833543"/>
            <a:chOff x="0" y="0"/>
            <a:chExt cx="812800" cy="698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-988600" y="-658846"/>
            <a:ext cx="2966944" cy="2570115"/>
          </a:xfrm>
          <a:custGeom>
            <a:avLst/>
            <a:gdLst/>
            <a:ahLst/>
            <a:cxnLst/>
            <a:rect r="r" b="b" t="t" l="l"/>
            <a:pathLst>
              <a:path h="2570115" w="2966944">
                <a:moveTo>
                  <a:pt x="0" y="0"/>
                </a:moveTo>
                <a:lnTo>
                  <a:pt x="2966945" y="0"/>
                </a:lnTo>
                <a:lnTo>
                  <a:pt x="2966945" y="2570115"/>
                </a:lnTo>
                <a:lnTo>
                  <a:pt x="0" y="25701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-675504" y="10059862"/>
            <a:ext cx="1351009" cy="454277"/>
          </a:xfrm>
          <a:custGeom>
            <a:avLst/>
            <a:gdLst/>
            <a:ahLst/>
            <a:cxnLst/>
            <a:rect r="r" b="b" t="t" l="l"/>
            <a:pathLst>
              <a:path h="454277" w="1351009">
                <a:moveTo>
                  <a:pt x="0" y="0"/>
                </a:moveTo>
                <a:lnTo>
                  <a:pt x="1351008" y="0"/>
                </a:lnTo>
                <a:lnTo>
                  <a:pt x="1351008" y="454276"/>
                </a:lnTo>
                <a:lnTo>
                  <a:pt x="0" y="45427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3573908" y="-444369"/>
            <a:ext cx="1177504" cy="797759"/>
          </a:xfrm>
          <a:custGeom>
            <a:avLst/>
            <a:gdLst/>
            <a:ahLst/>
            <a:cxnLst/>
            <a:rect r="r" b="b" t="t" l="l"/>
            <a:pathLst>
              <a:path h="797759" w="1177504">
                <a:moveTo>
                  <a:pt x="0" y="0"/>
                </a:moveTo>
                <a:lnTo>
                  <a:pt x="1177504" y="0"/>
                </a:lnTo>
                <a:lnTo>
                  <a:pt x="1177504" y="797760"/>
                </a:lnTo>
                <a:lnTo>
                  <a:pt x="0" y="79776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-10800000">
            <a:off x="-308460" y="-75850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0"/>
                </a:moveTo>
                <a:lnTo>
                  <a:pt x="2164275" y="0"/>
                </a:lnTo>
                <a:lnTo>
                  <a:pt x="2164275" y="1111897"/>
                </a:lnTo>
                <a:lnTo>
                  <a:pt x="0" y="111189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true" rot="-10800000">
            <a:off x="16553467" y="997576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1111896"/>
                </a:moveTo>
                <a:lnTo>
                  <a:pt x="2164275" y="1111896"/>
                </a:lnTo>
                <a:lnTo>
                  <a:pt x="2164275" y="0"/>
                </a:lnTo>
                <a:lnTo>
                  <a:pt x="0" y="0"/>
                </a:lnTo>
                <a:lnTo>
                  <a:pt x="0" y="1111896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457579" y="1232276"/>
            <a:ext cx="15372842" cy="8551143"/>
          </a:xfrm>
          <a:custGeom>
            <a:avLst/>
            <a:gdLst/>
            <a:ahLst/>
            <a:cxnLst/>
            <a:rect r="r" b="b" t="t" l="l"/>
            <a:pathLst>
              <a:path h="8551143" w="15372842">
                <a:moveTo>
                  <a:pt x="0" y="0"/>
                </a:moveTo>
                <a:lnTo>
                  <a:pt x="15372842" y="0"/>
                </a:lnTo>
                <a:lnTo>
                  <a:pt x="15372842" y="8551144"/>
                </a:lnTo>
                <a:lnTo>
                  <a:pt x="0" y="855114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8197453" y="345181"/>
            <a:ext cx="189309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TO BE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3443720" y="3487034"/>
            <a:ext cx="10255006" cy="8812896"/>
            <a:chOff x="0" y="0"/>
            <a:chExt cx="812800" cy="6985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4929" y="0"/>
              <a:ext cx="802942" cy="698500"/>
            </a:xfrm>
            <a:custGeom>
              <a:avLst/>
              <a:gdLst/>
              <a:ahLst/>
              <a:cxnLst/>
              <a:rect r="r" b="b" t="t" l="l"/>
              <a:pathLst>
                <a:path h="698500" w="802942">
                  <a:moveTo>
                    <a:pt x="794963" y="371436"/>
                  </a:moveTo>
                  <a:lnTo>
                    <a:pt x="617579" y="676314"/>
                  </a:lnTo>
                  <a:cubicBezTo>
                    <a:pt x="609587" y="690050"/>
                    <a:pt x="594895" y="698500"/>
                    <a:pt x="579003" y="698500"/>
                  </a:cubicBezTo>
                  <a:lnTo>
                    <a:pt x="223939" y="698500"/>
                  </a:lnTo>
                  <a:cubicBezTo>
                    <a:pt x="208047" y="698500"/>
                    <a:pt x="193355" y="690050"/>
                    <a:pt x="185363" y="676314"/>
                  </a:cubicBezTo>
                  <a:lnTo>
                    <a:pt x="7979" y="371436"/>
                  </a:lnTo>
                  <a:cubicBezTo>
                    <a:pt x="0" y="357722"/>
                    <a:pt x="0" y="340778"/>
                    <a:pt x="7979" y="327064"/>
                  </a:cubicBezTo>
                  <a:lnTo>
                    <a:pt x="185363" y="22186"/>
                  </a:lnTo>
                  <a:cubicBezTo>
                    <a:pt x="193355" y="8450"/>
                    <a:pt x="208047" y="0"/>
                    <a:pt x="223939" y="0"/>
                  </a:cubicBezTo>
                  <a:lnTo>
                    <a:pt x="579003" y="0"/>
                  </a:lnTo>
                  <a:cubicBezTo>
                    <a:pt x="594895" y="0"/>
                    <a:pt x="609587" y="8450"/>
                    <a:pt x="617579" y="22186"/>
                  </a:cubicBezTo>
                  <a:lnTo>
                    <a:pt x="794963" y="327064"/>
                  </a:lnTo>
                  <a:cubicBezTo>
                    <a:pt x="802942" y="340778"/>
                    <a:pt x="802942" y="357722"/>
                    <a:pt x="794963" y="371436"/>
                  </a:cubicBezTo>
                  <a:close/>
                </a:path>
              </a:pathLst>
            </a:custGeom>
            <a:solidFill>
              <a:srgbClr val="16578D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true" rot="0">
            <a:off x="9562753" y="9348534"/>
            <a:ext cx="3759752" cy="3332081"/>
          </a:xfrm>
          <a:custGeom>
            <a:avLst/>
            <a:gdLst/>
            <a:ahLst/>
            <a:cxnLst/>
            <a:rect r="r" b="b" t="t" l="l"/>
            <a:pathLst>
              <a:path h="3332081" w="3759752">
                <a:moveTo>
                  <a:pt x="0" y="3332081"/>
                </a:moveTo>
                <a:lnTo>
                  <a:pt x="3759752" y="3332081"/>
                </a:lnTo>
                <a:lnTo>
                  <a:pt x="3759752" y="0"/>
                </a:lnTo>
                <a:lnTo>
                  <a:pt x="0" y="0"/>
                </a:lnTo>
                <a:lnTo>
                  <a:pt x="0" y="3332081"/>
                </a:lnTo>
                <a:close/>
              </a:path>
            </a:pathLst>
          </a:custGeom>
          <a:blipFill>
            <a:blip r:embed="rId3">
              <a:alphaModFix amt="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7038415" y="3810817"/>
            <a:ext cx="3389686" cy="2665365"/>
            <a:chOff x="0" y="0"/>
            <a:chExt cx="696717" cy="5478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7353578">
            <a:off x="1207125" y="8414815"/>
            <a:ext cx="6279545" cy="1610757"/>
          </a:xfrm>
          <a:custGeom>
            <a:avLst/>
            <a:gdLst/>
            <a:ahLst/>
            <a:cxnLst/>
            <a:rect r="r" b="b" t="t" l="l"/>
            <a:pathLst>
              <a:path h="1610757" w="6279545">
                <a:moveTo>
                  <a:pt x="0" y="0"/>
                </a:moveTo>
                <a:lnTo>
                  <a:pt x="6279545" y="0"/>
                </a:lnTo>
                <a:lnTo>
                  <a:pt x="6279545" y="1610757"/>
                </a:lnTo>
                <a:lnTo>
                  <a:pt x="0" y="16107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5000"/>
            </a:blip>
            <a:stretch>
              <a:fillRect l="0" t="-1167" r="0" b="-1167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978345" y="6920033"/>
            <a:ext cx="3730241" cy="3205676"/>
            <a:chOff x="0" y="0"/>
            <a:chExt cx="812800" cy="6985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3587" y="0"/>
              <a:ext cx="805626" cy="698500"/>
            </a:xfrm>
            <a:custGeom>
              <a:avLst/>
              <a:gdLst/>
              <a:ahLst/>
              <a:cxnLst/>
              <a:rect r="r" b="b" t="t" l="l"/>
              <a:pathLst>
                <a:path h="698500" w="805626">
                  <a:moveTo>
                    <a:pt x="799819" y="365395"/>
                  </a:moveTo>
                  <a:lnTo>
                    <a:pt x="615407" y="682355"/>
                  </a:lnTo>
                  <a:cubicBezTo>
                    <a:pt x="609591" y="692351"/>
                    <a:pt x="598899" y="698500"/>
                    <a:pt x="587334" y="698500"/>
                  </a:cubicBezTo>
                  <a:lnTo>
                    <a:pt x="218292" y="698500"/>
                  </a:lnTo>
                  <a:cubicBezTo>
                    <a:pt x="206727" y="698500"/>
                    <a:pt x="196035" y="692351"/>
                    <a:pt x="190219" y="682355"/>
                  </a:cubicBezTo>
                  <a:lnTo>
                    <a:pt x="5807" y="365395"/>
                  </a:lnTo>
                  <a:cubicBezTo>
                    <a:pt x="0" y="355415"/>
                    <a:pt x="0" y="343085"/>
                    <a:pt x="5807" y="333105"/>
                  </a:cubicBezTo>
                  <a:lnTo>
                    <a:pt x="190219" y="16145"/>
                  </a:lnTo>
                  <a:cubicBezTo>
                    <a:pt x="196035" y="6149"/>
                    <a:pt x="206727" y="0"/>
                    <a:pt x="218292" y="0"/>
                  </a:cubicBezTo>
                  <a:lnTo>
                    <a:pt x="587334" y="0"/>
                  </a:lnTo>
                  <a:cubicBezTo>
                    <a:pt x="598899" y="0"/>
                    <a:pt x="609591" y="6149"/>
                    <a:pt x="615407" y="16145"/>
                  </a:cubicBezTo>
                  <a:lnTo>
                    <a:pt x="799819" y="333105"/>
                  </a:lnTo>
                  <a:cubicBezTo>
                    <a:pt x="805626" y="343085"/>
                    <a:pt x="805626" y="355415"/>
                    <a:pt x="799819" y="365395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071028" y="-6247280"/>
            <a:ext cx="10502929" cy="9025955"/>
            <a:chOff x="0" y="0"/>
            <a:chExt cx="812800" cy="6985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4813" y="0"/>
              <a:ext cx="803175" cy="698500"/>
            </a:xfrm>
            <a:custGeom>
              <a:avLst/>
              <a:gdLst/>
              <a:ahLst/>
              <a:cxnLst/>
              <a:rect r="r" b="b" t="t" l="l"/>
              <a:pathLst>
                <a:path h="698500" w="803175">
                  <a:moveTo>
                    <a:pt x="795383" y="370912"/>
                  </a:moveTo>
                  <a:lnTo>
                    <a:pt x="617391" y="676838"/>
                  </a:lnTo>
                  <a:cubicBezTo>
                    <a:pt x="609587" y="690249"/>
                    <a:pt x="595241" y="698500"/>
                    <a:pt x="579725" y="698500"/>
                  </a:cubicBezTo>
                  <a:lnTo>
                    <a:pt x="223449" y="698500"/>
                  </a:lnTo>
                  <a:cubicBezTo>
                    <a:pt x="207933" y="698500"/>
                    <a:pt x="193587" y="690249"/>
                    <a:pt x="185783" y="676838"/>
                  </a:cubicBezTo>
                  <a:lnTo>
                    <a:pt x="7791" y="370912"/>
                  </a:lnTo>
                  <a:cubicBezTo>
                    <a:pt x="0" y="357522"/>
                    <a:pt x="0" y="340978"/>
                    <a:pt x="7791" y="327588"/>
                  </a:cubicBezTo>
                  <a:lnTo>
                    <a:pt x="185783" y="21662"/>
                  </a:lnTo>
                  <a:cubicBezTo>
                    <a:pt x="193587" y="8251"/>
                    <a:pt x="207933" y="0"/>
                    <a:pt x="223449" y="0"/>
                  </a:cubicBezTo>
                  <a:lnTo>
                    <a:pt x="579725" y="0"/>
                  </a:lnTo>
                  <a:cubicBezTo>
                    <a:pt x="595241" y="0"/>
                    <a:pt x="609587" y="8251"/>
                    <a:pt x="617391" y="21662"/>
                  </a:cubicBezTo>
                  <a:lnTo>
                    <a:pt x="795383" y="327588"/>
                  </a:lnTo>
                  <a:cubicBezTo>
                    <a:pt x="803174" y="340978"/>
                    <a:pt x="803174" y="357522"/>
                    <a:pt x="795383" y="370912"/>
                  </a:cubicBezTo>
                  <a:close/>
                </a:path>
              </a:pathLst>
            </a:custGeom>
            <a:solidFill>
              <a:srgbClr val="0096D6"/>
            </a:solidFill>
            <a:ln cap="rnd">
              <a:noFill/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573908" y="-4096368"/>
            <a:ext cx="8000049" cy="6875042"/>
            <a:chOff x="0" y="0"/>
            <a:chExt cx="812800" cy="6985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7ED957"/>
            </a:solidFill>
            <a:ln cap="rnd">
              <a:noFill/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5925325" y="440431"/>
            <a:ext cx="3297214" cy="2833543"/>
            <a:chOff x="0" y="0"/>
            <a:chExt cx="812800" cy="698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-988600" y="-658846"/>
            <a:ext cx="2966944" cy="2570115"/>
          </a:xfrm>
          <a:custGeom>
            <a:avLst/>
            <a:gdLst/>
            <a:ahLst/>
            <a:cxnLst/>
            <a:rect r="r" b="b" t="t" l="l"/>
            <a:pathLst>
              <a:path h="2570115" w="2966944">
                <a:moveTo>
                  <a:pt x="0" y="0"/>
                </a:moveTo>
                <a:lnTo>
                  <a:pt x="2966945" y="0"/>
                </a:lnTo>
                <a:lnTo>
                  <a:pt x="2966945" y="2570115"/>
                </a:lnTo>
                <a:lnTo>
                  <a:pt x="0" y="25701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-675504" y="10059862"/>
            <a:ext cx="1351009" cy="454277"/>
          </a:xfrm>
          <a:custGeom>
            <a:avLst/>
            <a:gdLst/>
            <a:ahLst/>
            <a:cxnLst/>
            <a:rect r="r" b="b" t="t" l="l"/>
            <a:pathLst>
              <a:path h="454277" w="1351009">
                <a:moveTo>
                  <a:pt x="0" y="0"/>
                </a:moveTo>
                <a:lnTo>
                  <a:pt x="1351008" y="0"/>
                </a:lnTo>
                <a:lnTo>
                  <a:pt x="1351008" y="454276"/>
                </a:lnTo>
                <a:lnTo>
                  <a:pt x="0" y="45427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3573908" y="-444369"/>
            <a:ext cx="1177504" cy="797759"/>
          </a:xfrm>
          <a:custGeom>
            <a:avLst/>
            <a:gdLst/>
            <a:ahLst/>
            <a:cxnLst/>
            <a:rect r="r" b="b" t="t" l="l"/>
            <a:pathLst>
              <a:path h="797759" w="1177504">
                <a:moveTo>
                  <a:pt x="0" y="0"/>
                </a:moveTo>
                <a:lnTo>
                  <a:pt x="1177504" y="0"/>
                </a:lnTo>
                <a:lnTo>
                  <a:pt x="1177504" y="797760"/>
                </a:lnTo>
                <a:lnTo>
                  <a:pt x="0" y="79776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-10800000">
            <a:off x="-308460" y="-75850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0"/>
                </a:moveTo>
                <a:lnTo>
                  <a:pt x="2164275" y="0"/>
                </a:lnTo>
                <a:lnTo>
                  <a:pt x="2164275" y="1111897"/>
                </a:lnTo>
                <a:lnTo>
                  <a:pt x="0" y="111189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true" rot="-10800000">
            <a:off x="16553467" y="997576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1111896"/>
                </a:moveTo>
                <a:lnTo>
                  <a:pt x="2164275" y="1111896"/>
                </a:lnTo>
                <a:lnTo>
                  <a:pt x="2164275" y="0"/>
                </a:lnTo>
                <a:lnTo>
                  <a:pt x="0" y="0"/>
                </a:lnTo>
                <a:lnTo>
                  <a:pt x="0" y="1111896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2513689" y="1576208"/>
            <a:ext cx="13989381" cy="7134584"/>
          </a:xfrm>
          <a:custGeom>
            <a:avLst/>
            <a:gdLst/>
            <a:ahLst/>
            <a:cxnLst/>
            <a:rect r="r" b="b" t="t" l="l"/>
            <a:pathLst>
              <a:path h="7134584" w="13989381">
                <a:moveTo>
                  <a:pt x="0" y="0"/>
                </a:moveTo>
                <a:lnTo>
                  <a:pt x="13989381" y="0"/>
                </a:lnTo>
                <a:lnTo>
                  <a:pt x="13989381" y="7134584"/>
                </a:lnTo>
                <a:lnTo>
                  <a:pt x="0" y="713458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  <a:ln w="19050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29" id="29"/>
          <p:cNvSpPr txBox="true"/>
          <p:nvPr/>
        </p:nvSpPr>
        <p:spPr>
          <a:xfrm rot="0">
            <a:off x="3135564" y="540486"/>
            <a:ext cx="7657181" cy="7678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71"/>
              </a:lnSpc>
            </a:pPr>
            <a:r>
              <a:rPr lang="en-US" sz="447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Diagrama Entidad Relación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3443720" y="3487034"/>
            <a:ext cx="10255006" cy="8812896"/>
            <a:chOff x="0" y="0"/>
            <a:chExt cx="812800" cy="6985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4929" y="0"/>
              <a:ext cx="802942" cy="698500"/>
            </a:xfrm>
            <a:custGeom>
              <a:avLst/>
              <a:gdLst/>
              <a:ahLst/>
              <a:cxnLst/>
              <a:rect r="r" b="b" t="t" l="l"/>
              <a:pathLst>
                <a:path h="698500" w="802942">
                  <a:moveTo>
                    <a:pt x="794963" y="371436"/>
                  </a:moveTo>
                  <a:lnTo>
                    <a:pt x="617579" y="676314"/>
                  </a:lnTo>
                  <a:cubicBezTo>
                    <a:pt x="609587" y="690050"/>
                    <a:pt x="594895" y="698500"/>
                    <a:pt x="579003" y="698500"/>
                  </a:cubicBezTo>
                  <a:lnTo>
                    <a:pt x="223939" y="698500"/>
                  </a:lnTo>
                  <a:cubicBezTo>
                    <a:pt x="208047" y="698500"/>
                    <a:pt x="193355" y="690050"/>
                    <a:pt x="185363" y="676314"/>
                  </a:cubicBezTo>
                  <a:lnTo>
                    <a:pt x="7979" y="371436"/>
                  </a:lnTo>
                  <a:cubicBezTo>
                    <a:pt x="0" y="357722"/>
                    <a:pt x="0" y="340778"/>
                    <a:pt x="7979" y="327064"/>
                  </a:cubicBezTo>
                  <a:lnTo>
                    <a:pt x="185363" y="22186"/>
                  </a:lnTo>
                  <a:cubicBezTo>
                    <a:pt x="193355" y="8450"/>
                    <a:pt x="208047" y="0"/>
                    <a:pt x="223939" y="0"/>
                  </a:cubicBezTo>
                  <a:lnTo>
                    <a:pt x="579003" y="0"/>
                  </a:lnTo>
                  <a:cubicBezTo>
                    <a:pt x="594895" y="0"/>
                    <a:pt x="609587" y="8450"/>
                    <a:pt x="617579" y="22186"/>
                  </a:cubicBezTo>
                  <a:lnTo>
                    <a:pt x="794963" y="327064"/>
                  </a:lnTo>
                  <a:cubicBezTo>
                    <a:pt x="802942" y="340778"/>
                    <a:pt x="802942" y="357722"/>
                    <a:pt x="794963" y="371436"/>
                  </a:cubicBezTo>
                  <a:close/>
                </a:path>
              </a:pathLst>
            </a:custGeom>
            <a:solidFill>
              <a:srgbClr val="16578D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true" rot="0">
            <a:off x="9562753" y="9348534"/>
            <a:ext cx="3759752" cy="3332081"/>
          </a:xfrm>
          <a:custGeom>
            <a:avLst/>
            <a:gdLst/>
            <a:ahLst/>
            <a:cxnLst/>
            <a:rect r="r" b="b" t="t" l="l"/>
            <a:pathLst>
              <a:path h="3332081" w="3759752">
                <a:moveTo>
                  <a:pt x="0" y="3332081"/>
                </a:moveTo>
                <a:lnTo>
                  <a:pt x="3759752" y="3332081"/>
                </a:lnTo>
                <a:lnTo>
                  <a:pt x="3759752" y="0"/>
                </a:lnTo>
                <a:lnTo>
                  <a:pt x="0" y="0"/>
                </a:lnTo>
                <a:lnTo>
                  <a:pt x="0" y="3332081"/>
                </a:lnTo>
                <a:close/>
              </a:path>
            </a:pathLst>
          </a:custGeom>
          <a:blipFill>
            <a:blip r:embed="rId3">
              <a:alphaModFix amt="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7038415" y="3810817"/>
            <a:ext cx="3389686" cy="2665365"/>
            <a:chOff x="0" y="0"/>
            <a:chExt cx="696717" cy="5478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7353578">
            <a:off x="1207125" y="8414815"/>
            <a:ext cx="6279545" cy="1610757"/>
          </a:xfrm>
          <a:custGeom>
            <a:avLst/>
            <a:gdLst/>
            <a:ahLst/>
            <a:cxnLst/>
            <a:rect r="r" b="b" t="t" l="l"/>
            <a:pathLst>
              <a:path h="1610757" w="6279545">
                <a:moveTo>
                  <a:pt x="0" y="0"/>
                </a:moveTo>
                <a:lnTo>
                  <a:pt x="6279545" y="0"/>
                </a:lnTo>
                <a:lnTo>
                  <a:pt x="6279545" y="1610757"/>
                </a:lnTo>
                <a:lnTo>
                  <a:pt x="0" y="16107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5000"/>
            </a:blip>
            <a:stretch>
              <a:fillRect l="0" t="-1167" r="0" b="-1167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978345" y="6920033"/>
            <a:ext cx="3730241" cy="3205676"/>
            <a:chOff x="0" y="0"/>
            <a:chExt cx="812800" cy="6985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3587" y="0"/>
              <a:ext cx="805626" cy="698500"/>
            </a:xfrm>
            <a:custGeom>
              <a:avLst/>
              <a:gdLst/>
              <a:ahLst/>
              <a:cxnLst/>
              <a:rect r="r" b="b" t="t" l="l"/>
              <a:pathLst>
                <a:path h="698500" w="805626">
                  <a:moveTo>
                    <a:pt x="799819" y="365395"/>
                  </a:moveTo>
                  <a:lnTo>
                    <a:pt x="615407" y="682355"/>
                  </a:lnTo>
                  <a:cubicBezTo>
                    <a:pt x="609591" y="692351"/>
                    <a:pt x="598899" y="698500"/>
                    <a:pt x="587334" y="698500"/>
                  </a:cubicBezTo>
                  <a:lnTo>
                    <a:pt x="218292" y="698500"/>
                  </a:lnTo>
                  <a:cubicBezTo>
                    <a:pt x="206727" y="698500"/>
                    <a:pt x="196035" y="692351"/>
                    <a:pt x="190219" y="682355"/>
                  </a:cubicBezTo>
                  <a:lnTo>
                    <a:pt x="5807" y="365395"/>
                  </a:lnTo>
                  <a:cubicBezTo>
                    <a:pt x="0" y="355415"/>
                    <a:pt x="0" y="343085"/>
                    <a:pt x="5807" y="333105"/>
                  </a:cubicBezTo>
                  <a:lnTo>
                    <a:pt x="190219" y="16145"/>
                  </a:lnTo>
                  <a:cubicBezTo>
                    <a:pt x="196035" y="6149"/>
                    <a:pt x="206727" y="0"/>
                    <a:pt x="218292" y="0"/>
                  </a:cubicBezTo>
                  <a:lnTo>
                    <a:pt x="587334" y="0"/>
                  </a:lnTo>
                  <a:cubicBezTo>
                    <a:pt x="598899" y="0"/>
                    <a:pt x="609591" y="6149"/>
                    <a:pt x="615407" y="16145"/>
                  </a:cubicBezTo>
                  <a:lnTo>
                    <a:pt x="799819" y="333105"/>
                  </a:lnTo>
                  <a:cubicBezTo>
                    <a:pt x="805626" y="343085"/>
                    <a:pt x="805626" y="355415"/>
                    <a:pt x="799819" y="365395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071028" y="-6247280"/>
            <a:ext cx="10502929" cy="9025955"/>
            <a:chOff x="0" y="0"/>
            <a:chExt cx="812800" cy="6985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4813" y="0"/>
              <a:ext cx="803175" cy="698500"/>
            </a:xfrm>
            <a:custGeom>
              <a:avLst/>
              <a:gdLst/>
              <a:ahLst/>
              <a:cxnLst/>
              <a:rect r="r" b="b" t="t" l="l"/>
              <a:pathLst>
                <a:path h="698500" w="803175">
                  <a:moveTo>
                    <a:pt x="795383" y="370912"/>
                  </a:moveTo>
                  <a:lnTo>
                    <a:pt x="617391" y="676838"/>
                  </a:lnTo>
                  <a:cubicBezTo>
                    <a:pt x="609587" y="690249"/>
                    <a:pt x="595241" y="698500"/>
                    <a:pt x="579725" y="698500"/>
                  </a:cubicBezTo>
                  <a:lnTo>
                    <a:pt x="223449" y="698500"/>
                  </a:lnTo>
                  <a:cubicBezTo>
                    <a:pt x="207933" y="698500"/>
                    <a:pt x="193587" y="690249"/>
                    <a:pt x="185783" y="676838"/>
                  </a:cubicBezTo>
                  <a:lnTo>
                    <a:pt x="7791" y="370912"/>
                  </a:lnTo>
                  <a:cubicBezTo>
                    <a:pt x="0" y="357522"/>
                    <a:pt x="0" y="340978"/>
                    <a:pt x="7791" y="327588"/>
                  </a:cubicBezTo>
                  <a:lnTo>
                    <a:pt x="185783" y="21662"/>
                  </a:lnTo>
                  <a:cubicBezTo>
                    <a:pt x="193587" y="8251"/>
                    <a:pt x="207933" y="0"/>
                    <a:pt x="223449" y="0"/>
                  </a:cubicBezTo>
                  <a:lnTo>
                    <a:pt x="579725" y="0"/>
                  </a:lnTo>
                  <a:cubicBezTo>
                    <a:pt x="595241" y="0"/>
                    <a:pt x="609587" y="8251"/>
                    <a:pt x="617391" y="21662"/>
                  </a:cubicBezTo>
                  <a:lnTo>
                    <a:pt x="795383" y="327588"/>
                  </a:lnTo>
                  <a:cubicBezTo>
                    <a:pt x="803174" y="340978"/>
                    <a:pt x="803174" y="357522"/>
                    <a:pt x="795383" y="370912"/>
                  </a:cubicBezTo>
                  <a:close/>
                </a:path>
              </a:pathLst>
            </a:custGeom>
            <a:solidFill>
              <a:srgbClr val="0096D6"/>
            </a:solidFill>
            <a:ln cap="rnd">
              <a:noFill/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573908" y="-4096368"/>
            <a:ext cx="8000049" cy="6875042"/>
            <a:chOff x="0" y="0"/>
            <a:chExt cx="812800" cy="6985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7ED957"/>
            </a:solidFill>
            <a:ln cap="rnd">
              <a:noFill/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5925325" y="440431"/>
            <a:ext cx="3297214" cy="2833543"/>
            <a:chOff x="0" y="0"/>
            <a:chExt cx="812800" cy="698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-988600" y="-658846"/>
            <a:ext cx="2966944" cy="2570115"/>
          </a:xfrm>
          <a:custGeom>
            <a:avLst/>
            <a:gdLst/>
            <a:ahLst/>
            <a:cxnLst/>
            <a:rect r="r" b="b" t="t" l="l"/>
            <a:pathLst>
              <a:path h="2570115" w="2966944">
                <a:moveTo>
                  <a:pt x="0" y="0"/>
                </a:moveTo>
                <a:lnTo>
                  <a:pt x="2966945" y="0"/>
                </a:lnTo>
                <a:lnTo>
                  <a:pt x="2966945" y="2570115"/>
                </a:lnTo>
                <a:lnTo>
                  <a:pt x="0" y="25701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-675504" y="10059862"/>
            <a:ext cx="1351009" cy="454277"/>
          </a:xfrm>
          <a:custGeom>
            <a:avLst/>
            <a:gdLst/>
            <a:ahLst/>
            <a:cxnLst/>
            <a:rect r="r" b="b" t="t" l="l"/>
            <a:pathLst>
              <a:path h="454277" w="1351009">
                <a:moveTo>
                  <a:pt x="0" y="0"/>
                </a:moveTo>
                <a:lnTo>
                  <a:pt x="1351008" y="0"/>
                </a:lnTo>
                <a:lnTo>
                  <a:pt x="1351008" y="454276"/>
                </a:lnTo>
                <a:lnTo>
                  <a:pt x="0" y="45427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3573908" y="-444369"/>
            <a:ext cx="1177504" cy="797759"/>
          </a:xfrm>
          <a:custGeom>
            <a:avLst/>
            <a:gdLst/>
            <a:ahLst/>
            <a:cxnLst/>
            <a:rect r="r" b="b" t="t" l="l"/>
            <a:pathLst>
              <a:path h="797759" w="1177504">
                <a:moveTo>
                  <a:pt x="0" y="0"/>
                </a:moveTo>
                <a:lnTo>
                  <a:pt x="1177504" y="0"/>
                </a:lnTo>
                <a:lnTo>
                  <a:pt x="1177504" y="797760"/>
                </a:lnTo>
                <a:lnTo>
                  <a:pt x="0" y="79776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-10800000">
            <a:off x="-308460" y="-75850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0"/>
                </a:moveTo>
                <a:lnTo>
                  <a:pt x="2164275" y="0"/>
                </a:lnTo>
                <a:lnTo>
                  <a:pt x="2164275" y="1111897"/>
                </a:lnTo>
                <a:lnTo>
                  <a:pt x="0" y="111189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true" rot="-10800000">
            <a:off x="16553467" y="997576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1111896"/>
                </a:moveTo>
                <a:lnTo>
                  <a:pt x="2164275" y="1111896"/>
                </a:lnTo>
                <a:lnTo>
                  <a:pt x="2164275" y="0"/>
                </a:lnTo>
                <a:lnTo>
                  <a:pt x="0" y="0"/>
                </a:lnTo>
                <a:lnTo>
                  <a:pt x="0" y="1111896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4963399" y="1278516"/>
            <a:ext cx="8501562" cy="8697250"/>
          </a:xfrm>
          <a:custGeom>
            <a:avLst/>
            <a:gdLst/>
            <a:ahLst/>
            <a:cxnLst/>
            <a:rect r="r" b="b" t="t" l="l"/>
            <a:pathLst>
              <a:path h="8697250" w="8501562">
                <a:moveTo>
                  <a:pt x="0" y="0"/>
                </a:moveTo>
                <a:lnTo>
                  <a:pt x="8501562" y="0"/>
                </a:lnTo>
                <a:lnTo>
                  <a:pt x="8501562" y="8697250"/>
                </a:lnTo>
                <a:lnTo>
                  <a:pt x="0" y="869725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6603429" y="141605"/>
            <a:ext cx="5081141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ARQUITECTURA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075465" y="-4588628"/>
            <a:ext cx="8000049" cy="6875042"/>
            <a:chOff x="0" y="0"/>
            <a:chExt cx="812800" cy="698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243B55"/>
            </a:solidFill>
            <a:ln cap="rnd">
              <a:noFill/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222558" y="-367861"/>
            <a:ext cx="2618432" cy="690611"/>
          </a:xfrm>
          <a:custGeom>
            <a:avLst/>
            <a:gdLst/>
            <a:ahLst/>
            <a:cxnLst/>
            <a:rect r="r" b="b" t="t" l="l"/>
            <a:pathLst>
              <a:path h="690611" w="2618432">
                <a:moveTo>
                  <a:pt x="0" y="0"/>
                </a:moveTo>
                <a:lnTo>
                  <a:pt x="2618432" y="0"/>
                </a:lnTo>
                <a:lnTo>
                  <a:pt x="2618432" y="690611"/>
                </a:lnTo>
                <a:lnTo>
                  <a:pt x="0" y="6906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2268514" y="-1094021"/>
            <a:ext cx="3297214" cy="2833543"/>
            <a:chOff x="0" y="0"/>
            <a:chExt cx="812800" cy="6985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96D6"/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5998053" y="8601993"/>
            <a:ext cx="3859024" cy="3342880"/>
          </a:xfrm>
          <a:custGeom>
            <a:avLst/>
            <a:gdLst/>
            <a:ahLst/>
            <a:cxnLst/>
            <a:rect r="r" b="b" t="t" l="l"/>
            <a:pathLst>
              <a:path h="3342880" w="3859024">
                <a:moveTo>
                  <a:pt x="0" y="0"/>
                </a:moveTo>
                <a:lnTo>
                  <a:pt x="3859024" y="0"/>
                </a:lnTo>
                <a:lnTo>
                  <a:pt x="3859024" y="3342879"/>
                </a:lnTo>
                <a:lnTo>
                  <a:pt x="0" y="33428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14043734" y="9851941"/>
            <a:ext cx="4728496" cy="537986"/>
            <a:chOff x="0" y="0"/>
            <a:chExt cx="1245365" cy="14169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45365" cy="141692"/>
            </a:xfrm>
            <a:custGeom>
              <a:avLst/>
              <a:gdLst/>
              <a:ahLst/>
              <a:cxnLst/>
              <a:rect r="r" b="b" t="t" l="l"/>
              <a:pathLst>
                <a:path h="141692" w="1245365">
                  <a:moveTo>
                    <a:pt x="70846" y="0"/>
                  </a:moveTo>
                  <a:lnTo>
                    <a:pt x="1174519" y="0"/>
                  </a:lnTo>
                  <a:cubicBezTo>
                    <a:pt x="1193309" y="0"/>
                    <a:pt x="1211329" y="7464"/>
                    <a:pt x="1224615" y="20750"/>
                  </a:cubicBezTo>
                  <a:cubicBezTo>
                    <a:pt x="1237901" y="34036"/>
                    <a:pt x="1245365" y="52056"/>
                    <a:pt x="1245365" y="70846"/>
                  </a:cubicBezTo>
                  <a:lnTo>
                    <a:pt x="1245365" y="70846"/>
                  </a:lnTo>
                  <a:cubicBezTo>
                    <a:pt x="1245365" y="109973"/>
                    <a:pt x="1213647" y="141692"/>
                    <a:pt x="1174519" y="141692"/>
                  </a:cubicBezTo>
                  <a:lnTo>
                    <a:pt x="70846" y="141692"/>
                  </a:lnTo>
                  <a:cubicBezTo>
                    <a:pt x="52056" y="141692"/>
                    <a:pt x="34036" y="134228"/>
                    <a:pt x="20750" y="120942"/>
                  </a:cubicBezTo>
                  <a:cubicBezTo>
                    <a:pt x="7464" y="107655"/>
                    <a:pt x="0" y="89635"/>
                    <a:pt x="0" y="70846"/>
                  </a:cubicBezTo>
                  <a:lnTo>
                    <a:pt x="0" y="70846"/>
                  </a:lnTo>
                  <a:cubicBezTo>
                    <a:pt x="0" y="52056"/>
                    <a:pt x="7464" y="34036"/>
                    <a:pt x="20750" y="20750"/>
                  </a:cubicBezTo>
                  <a:cubicBezTo>
                    <a:pt x="34036" y="7464"/>
                    <a:pt x="52056" y="0"/>
                    <a:pt x="70846" y="0"/>
                  </a:cubicBezTo>
                  <a:close/>
                </a:path>
              </a:pathLst>
            </a:custGeom>
            <a:solidFill>
              <a:srgbClr val="28458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245365" cy="1893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-1328211" y="8954317"/>
            <a:ext cx="3389686" cy="2665365"/>
            <a:chOff x="0" y="0"/>
            <a:chExt cx="696717" cy="5478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7507534" y="10040757"/>
            <a:ext cx="840062" cy="492487"/>
          </a:xfrm>
          <a:custGeom>
            <a:avLst/>
            <a:gdLst/>
            <a:ahLst/>
            <a:cxnLst/>
            <a:rect r="r" b="b" t="t" l="l"/>
            <a:pathLst>
              <a:path h="492487" w="840062">
                <a:moveTo>
                  <a:pt x="0" y="0"/>
                </a:moveTo>
                <a:lnTo>
                  <a:pt x="840062" y="0"/>
                </a:lnTo>
                <a:lnTo>
                  <a:pt x="840062" y="492486"/>
                </a:lnTo>
                <a:lnTo>
                  <a:pt x="0" y="49248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130174" y="2364298"/>
            <a:ext cx="16129126" cy="6512135"/>
          </a:xfrm>
          <a:custGeom>
            <a:avLst/>
            <a:gdLst/>
            <a:ahLst/>
            <a:cxnLst/>
            <a:rect r="r" b="b" t="t" l="l"/>
            <a:pathLst>
              <a:path h="6512135" w="16129126">
                <a:moveTo>
                  <a:pt x="0" y="0"/>
                </a:moveTo>
                <a:lnTo>
                  <a:pt x="16129126" y="0"/>
                </a:lnTo>
                <a:lnTo>
                  <a:pt x="16129126" y="6512135"/>
                </a:lnTo>
                <a:lnTo>
                  <a:pt x="0" y="65121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2924584" y="573391"/>
            <a:ext cx="11912893" cy="13878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81"/>
              </a:lnSpc>
              <a:spcBef>
                <a:spcPct val="0"/>
              </a:spcBef>
            </a:pPr>
            <a:r>
              <a:rPr lang="en-US" sz="8129">
                <a:solidFill>
                  <a:srgbClr val="16578D"/>
                </a:solidFill>
                <a:latin typeface="Public Sans"/>
                <a:ea typeface="Public Sans"/>
                <a:cs typeface="Public Sans"/>
                <a:sym typeface="Public Sans"/>
              </a:rPr>
              <a:t>Plan de pruebas inicial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075465" y="-4588628"/>
            <a:ext cx="8000049" cy="6875042"/>
            <a:chOff x="0" y="0"/>
            <a:chExt cx="812800" cy="698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243B55"/>
            </a:solidFill>
            <a:ln cap="rnd">
              <a:noFill/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222558" y="-367861"/>
            <a:ext cx="2618432" cy="690611"/>
          </a:xfrm>
          <a:custGeom>
            <a:avLst/>
            <a:gdLst/>
            <a:ahLst/>
            <a:cxnLst/>
            <a:rect r="r" b="b" t="t" l="l"/>
            <a:pathLst>
              <a:path h="690611" w="2618432">
                <a:moveTo>
                  <a:pt x="0" y="0"/>
                </a:moveTo>
                <a:lnTo>
                  <a:pt x="2618432" y="0"/>
                </a:lnTo>
                <a:lnTo>
                  <a:pt x="2618432" y="690611"/>
                </a:lnTo>
                <a:lnTo>
                  <a:pt x="0" y="6906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2268514" y="-1094021"/>
            <a:ext cx="3297214" cy="2833543"/>
            <a:chOff x="0" y="0"/>
            <a:chExt cx="812800" cy="6985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96D6"/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5998053" y="8601993"/>
            <a:ext cx="3859024" cy="3342880"/>
          </a:xfrm>
          <a:custGeom>
            <a:avLst/>
            <a:gdLst/>
            <a:ahLst/>
            <a:cxnLst/>
            <a:rect r="r" b="b" t="t" l="l"/>
            <a:pathLst>
              <a:path h="3342880" w="3859024">
                <a:moveTo>
                  <a:pt x="0" y="0"/>
                </a:moveTo>
                <a:lnTo>
                  <a:pt x="3859024" y="0"/>
                </a:lnTo>
                <a:lnTo>
                  <a:pt x="3859024" y="3342879"/>
                </a:lnTo>
                <a:lnTo>
                  <a:pt x="0" y="33428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14043734" y="9851941"/>
            <a:ext cx="4728496" cy="537986"/>
            <a:chOff x="0" y="0"/>
            <a:chExt cx="1245365" cy="14169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45365" cy="141692"/>
            </a:xfrm>
            <a:custGeom>
              <a:avLst/>
              <a:gdLst/>
              <a:ahLst/>
              <a:cxnLst/>
              <a:rect r="r" b="b" t="t" l="l"/>
              <a:pathLst>
                <a:path h="141692" w="1245365">
                  <a:moveTo>
                    <a:pt x="70846" y="0"/>
                  </a:moveTo>
                  <a:lnTo>
                    <a:pt x="1174519" y="0"/>
                  </a:lnTo>
                  <a:cubicBezTo>
                    <a:pt x="1193309" y="0"/>
                    <a:pt x="1211329" y="7464"/>
                    <a:pt x="1224615" y="20750"/>
                  </a:cubicBezTo>
                  <a:cubicBezTo>
                    <a:pt x="1237901" y="34036"/>
                    <a:pt x="1245365" y="52056"/>
                    <a:pt x="1245365" y="70846"/>
                  </a:cubicBezTo>
                  <a:lnTo>
                    <a:pt x="1245365" y="70846"/>
                  </a:lnTo>
                  <a:cubicBezTo>
                    <a:pt x="1245365" y="109973"/>
                    <a:pt x="1213647" y="141692"/>
                    <a:pt x="1174519" y="141692"/>
                  </a:cubicBezTo>
                  <a:lnTo>
                    <a:pt x="70846" y="141692"/>
                  </a:lnTo>
                  <a:cubicBezTo>
                    <a:pt x="52056" y="141692"/>
                    <a:pt x="34036" y="134228"/>
                    <a:pt x="20750" y="120942"/>
                  </a:cubicBezTo>
                  <a:cubicBezTo>
                    <a:pt x="7464" y="107655"/>
                    <a:pt x="0" y="89635"/>
                    <a:pt x="0" y="70846"/>
                  </a:cubicBezTo>
                  <a:lnTo>
                    <a:pt x="0" y="70846"/>
                  </a:lnTo>
                  <a:cubicBezTo>
                    <a:pt x="0" y="52056"/>
                    <a:pt x="7464" y="34036"/>
                    <a:pt x="20750" y="20750"/>
                  </a:cubicBezTo>
                  <a:cubicBezTo>
                    <a:pt x="34036" y="7464"/>
                    <a:pt x="52056" y="0"/>
                    <a:pt x="70846" y="0"/>
                  </a:cubicBezTo>
                  <a:close/>
                </a:path>
              </a:pathLst>
            </a:custGeom>
            <a:solidFill>
              <a:srgbClr val="28458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245365" cy="1893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-1328211" y="8954317"/>
            <a:ext cx="3389686" cy="2665365"/>
            <a:chOff x="0" y="0"/>
            <a:chExt cx="696717" cy="5478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7507534" y="10040757"/>
            <a:ext cx="840062" cy="492487"/>
          </a:xfrm>
          <a:custGeom>
            <a:avLst/>
            <a:gdLst/>
            <a:ahLst/>
            <a:cxnLst/>
            <a:rect r="r" b="b" t="t" l="l"/>
            <a:pathLst>
              <a:path h="492487" w="840062">
                <a:moveTo>
                  <a:pt x="0" y="0"/>
                </a:moveTo>
                <a:lnTo>
                  <a:pt x="840062" y="0"/>
                </a:lnTo>
                <a:lnTo>
                  <a:pt x="840062" y="492486"/>
                </a:lnTo>
                <a:lnTo>
                  <a:pt x="0" y="49248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Object 17" id="17"/>
          <p:cNvGraphicFramePr/>
          <p:nvPr/>
        </p:nvGraphicFramePr>
        <p:xfrm>
          <a:off x="924084" y="1183710"/>
          <a:ext cx="19278600" cy="8801100"/>
        </p:xfrm>
        <a:graphic>
          <a:graphicData uri="http://schemas.openxmlformats.org/presentationml/2006/ole">
            <p:oleObj imgW="23126700" imgH="12649200" r:id="rId9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18" id="18"/>
          <p:cNvSpPr txBox="true"/>
          <p:nvPr/>
        </p:nvSpPr>
        <p:spPr>
          <a:xfrm rot="0">
            <a:off x="2061475" y="90521"/>
            <a:ext cx="2664518" cy="938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77"/>
              </a:lnSpc>
              <a:spcBef>
                <a:spcPct val="0"/>
              </a:spcBef>
            </a:pPr>
            <a:r>
              <a:rPr lang="en-US" sz="5483">
                <a:solidFill>
                  <a:srgbClr val="16578D"/>
                </a:solidFill>
                <a:latin typeface="Public Sans"/>
                <a:ea typeface="Public Sans"/>
                <a:cs typeface="Public Sans"/>
                <a:sym typeface="Public Sans"/>
              </a:rPr>
              <a:t>Riesgos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075465" y="-4588628"/>
            <a:ext cx="8000049" cy="6875042"/>
            <a:chOff x="0" y="0"/>
            <a:chExt cx="812800" cy="698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243B55"/>
            </a:solidFill>
            <a:ln cap="rnd">
              <a:noFill/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222558" y="-367861"/>
            <a:ext cx="2618432" cy="690611"/>
          </a:xfrm>
          <a:custGeom>
            <a:avLst/>
            <a:gdLst/>
            <a:ahLst/>
            <a:cxnLst/>
            <a:rect r="r" b="b" t="t" l="l"/>
            <a:pathLst>
              <a:path h="690611" w="2618432">
                <a:moveTo>
                  <a:pt x="0" y="0"/>
                </a:moveTo>
                <a:lnTo>
                  <a:pt x="2618432" y="0"/>
                </a:lnTo>
                <a:lnTo>
                  <a:pt x="2618432" y="690611"/>
                </a:lnTo>
                <a:lnTo>
                  <a:pt x="0" y="6906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2268514" y="-1094021"/>
            <a:ext cx="3297214" cy="2833543"/>
            <a:chOff x="0" y="0"/>
            <a:chExt cx="812800" cy="6985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96D6"/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5998053" y="8601993"/>
            <a:ext cx="3859024" cy="3342880"/>
          </a:xfrm>
          <a:custGeom>
            <a:avLst/>
            <a:gdLst/>
            <a:ahLst/>
            <a:cxnLst/>
            <a:rect r="r" b="b" t="t" l="l"/>
            <a:pathLst>
              <a:path h="3342880" w="3859024">
                <a:moveTo>
                  <a:pt x="0" y="0"/>
                </a:moveTo>
                <a:lnTo>
                  <a:pt x="3859024" y="0"/>
                </a:lnTo>
                <a:lnTo>
                  <a:pt x="3859024" y="3342879"/>
                </a:lnTo>
                <a:lnTo>
                  <a:pt x="0" y="33428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14043734" y="9851941"/>
            <a:ext cx="4728496" cy="537986"/>
            <a:chOff x="0" y="0"/>
            <a:chExt cx="1245365" cy="14169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45365" cy="141692"/>
            </a:xfrm>
            <a:custGeom>
              <a:avLst/>
              <a:gdLst/>
              <a:ahLst/>
              <a:cxnLst/>
              <a:rect r="r" b="b" t="t" l="l"/>
              <a:pathLst>
                <a:path h="141692" w="1245365">
                  <a:moveTo>
                    <a:pt x="70846" y="0"/>
                  </a:moveTo>
                  <a:lnTo>
                    <a:pt x="1174519" y="0"/>
                  </a:lnTo>
                  <a:cubicBezTo>
                    <a:pt x="1193309" y="0"/>
                    <a:pt x="1211329" y="7464"/>
                    <a:pt x="1224615" y="20750"/>
                  </a:cubicBezTo>
                  <a:cubicBezTo>
                    <a:pt x="1237901" y="34036"/>
                    <a:pt x="1245365" y="52056"/>
                    <a:pt x="1245365" y="70846"/>
                  </a:cubicBezTo>
                  <a:lnTo>
                    <a:pt x="1245365" y="70846"/>
                  </a:lnTo>
                  <a:cubicBezTo>
                    <a:pt x="1245365" y="109973"/>
                    <a:pt x="1213647" y="141692"/>
                    <a:pt x="1174519" y="141692"/>
                  </a:cubicBezTo>
                  <a:lnTo>
                    <a:pt x="70846" y="141692"/>
                  </a:lnTo>
                  <a:cubicBezTo>
                    <a:pt x="52056" y="141692"/>
                    <a:pt x="34036" y="134228"/>
                    <a:pt x="20750" y="120942"/>
                  </a:cubicBezTo>
                  <a:cubicBezTo>
                    <a:pt x="7464" y="107655"/>
                    <a:pt x="0" y="89635"/>
                    <a:pt x="0" y="70846"/>
                  </a:cubicBezTo>
                  <a:lnTo>
                    <a:pt x="0" y="70846"/>
                  </a:lnTo>
                  <a:cubicBezTo>
                    <a:pt x="0" y="52056"/>
                    <a:pt x="7464" y="34036"/>
                    <a:pt x="20750" y="20750"/>
                  </a:cubicBezTo>
                  <a:cubicBezTo>
                    <a:pt x="34036" y="7464"/>
                    <a:pt x="52056" y="0"/>
                    <a:pt x="70846" y="0"/>
                  </a:cubicBezTo>
                  <a:close/>
                </a:path>
              </a:pathLst>
            </a:custGeom>
            <a:solidFill>
              <a:srgbClr val="28458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245365" cy="1893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-1328211" y="8954317"/>
            <a:ext cx="3389686" cy="2665365"/>
            <a:chOff x="0" y="0"/>
            <a:chExt cx="696717" cy="5478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7507534" y="10040757"/>
            <a:ext cx="840062" cy="492487"/>
          </a:xfrm>
          <a:custGeom>
            <a:avLst/>
            <a:gdLst/>
            <a:ahLst/>
            <a:cxnLst/>
            <a:rect r="r" b="b" t="t" l="l"/>
            <a:pathLst>
              <a:path h="492487" w="840062">
                <a:moveTo>
                  <a:pt x="0" y="0"/>
                </a:moveTo>
                <a:lnTo>
                  <a:pt x="840062" y="0"/>
                </a:lnTo>
                <a:lnTo>
                  <a:pt x="840062" y="492486"/>
                </a:lnTo>
                <a:lnTo>
                  <a:pt x="0" y="49248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4487011" y="1857492"/>
            <a:ext cx="9049248" cy="6572016"/>
          </a:xfrm>
          <a:custGeom>
            <a:avLst/>
            <a:gdLst/>
            <a:ahLst/>
            <a:cxnLst/>
            <a:rect r="r" b="b" t="t" l="l"/>
            <a:pathLst>
              <a:path h="6572016" w="9049248">
                <a:moveTo>
                  <a:pt x="0" y="0"/>
                </a:moveTo>
                <a:lnTo>
                  <a:pt x="9049247" y="0"/>
                </a:lnTo>
                <a:lnTo>
                  <a:pt x="9049247" y="6572016"/>
                </a:lnTo>
                <a:lnTo>
                  <a:pt x="0" y="65720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857298" y="326104"/>
            <a:ext cx="8118970" cy="938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77"/>
              </a:lnSpc>
              <a:spcBef>
                <a:spcPct val="0"/>
              </a:spcBef>
            </a:pPr>
            <a:r>
              <a:rPr lang="en-US" b="true" sz="5483">
                <a:solidFill>
                  <a:srgbClr val="16578D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mockups general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075465" y="-4588628"/>
            <a:ext cx="8000049" cy="6875042"/>
            <a:chOff x="0" y="0"/>
            <a:chExt cx="812800" cy="698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243B55"/>
            </a:solidFill>
            <a:ln cap="rnd">
              <a:noFill/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222558" y="-367861"/>
            <a:ext cx="2618432" cy="690611"/>
          </a:xfrm>
          <a:custGeom>
            <a:avLst/>
            <a:gdLst/>
            <a:ahLst/>
            <a:cxnLst/>
            <a:rect r="r" b="b" t="t" l="l"/>
            <a:pathLst>
              <a:path h="690611" w="2618432">
                <a:moveTo>
                  <a:pt x="0" y="0"/>
                </a:moveTo>
                <a:lnTo>
                  <a:pt x="2618432" y="0"/>
                </a:lnTo>
                <a:lnTo>
                  <a:pt x="2618432" y="690611"/>
                </a:lnTo>
                <a:lnTo>
                  <a:pt x="0" y="6906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2268514" y="-1094021"/>
            <a:ext cx="3297214" cy="2833543"/>
            <a:chOff x="0" y="0"/>
            <a:chExt cx="812800" cy="6985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96D6"/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5998053" y="8601993"/>
            <a:ext cx="3859024" cy="3342880"/>
          </a:xfrm>
          <a:custGeom>
            <a:avLst/>
            <a:gdLst/>
            <a:ahLst/>
            <a:cxnLst/>
            <a:rect r="r" b="b" t="t" l="l"/>
            <a:pathLst>
              <a:path h="3342880" w="3859024">
                <a:moveTo>
                  <a:pt x="0" y="0"/>
                </a:moveTo>
                <a:lnTo>
                  <a:pt x="3859024" y="0"/>
                </a:lnTo>
                <a:lnTo>
                  <a:pt x="3859024" y="3342879"/>
                </a:lnTo>
                <a:lnTo>
                  <a:pt x="0" y="33428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14043734" y="9851941"/>
            <a:ext cx="4728496" cy="537986"/>
            <a:chOff x="0" y="0"/>
            <a:chExt cx="1245365" cy="14169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45365" cy="141692"/>
            </a:xfrm>
            <a:custGeom>
              <a:avLst/>
              <a:gdLst/>
              <a:ahLst/>
              <a:cxnLst/>
              <a:rect r="r" b="b" t="t" l="l"/>
              <a:pathLst>
                <a:path h="141692" w="1245365">
                  <a:moveTo>
                    <a:pt x="70846" y="0"/>
                  </a:moveTo>
                  <a:lnTo>
                    <a:pt x="1174519" y="0"/>
                  </a:lnTo>
                  <a:cubicBezTo>
                    <a:pt x="1193309" y="0"/>
                    <a:pt x="1211329" y="7464"/>
                    <a:pt x="1224615" y="20750"/>
                  </a:cubicBezTo>
                  <a:cubicBezTo>
                    <a:pt x="1237901" y="34036"/>
                    <a:pt x="1245365" y="52056"/>
                    <a:pt x="1245365" y="70846"/>
                  </a:cubicBezTo>
                  <a:lnTo>
                    <a:pt x="1245365" y="70846"/>
                  </a:lnTo>
                  <a:cubicBezTo>
                    <a:pt x="1245365" y="109973"/>
                    <a:pt x="1213647" y="141692"/>
                    <a:pt x="1174519" y="141692"/>
                  </a:cubicBezTo>
                  <a:lnTo>
                    <a:pt x="70846" y="141692"/>
                  </a:lnTo>
                  <a:cubicBezTo>
                    <a:pt x="52056" y="141692"/>
                    <a:pt x="34036" y="134228"/>
                    <a:pt x="20750" y="120942"/>
                  </a:cubicBezTo>
                  <a:cubicBezTo>
                    <a:pt x="7464" y="107655"/>
                    <a:pt x="0" y="89635"/>
                    <a:pt x="0" y="70846"/>
                  </a:cubicBezTo>
                  <a:lnTo>
                    <a:pt x="0" y="70846"/>
                  </a:lnTo>
                  <a:cubicBezTo>
                    <a:pt x="0" y="52056"/>
                    <a:pt x="7464" y="34036"/>
                    <a:pt x="20750" y="20750"/>
                  </a:cubicBezTo>
                  <a:cubicBezTo>
                    <a:pt x="34036" y="7464"/>
                    <a:pt x="52056" y="0"/>
                    <a:pt x="70846" y="0"/>
                  </a:cubicBezTo>
                  <a:close/>
                </a:path>
              </a:pathLst>
            </a:custGeom>
            <a:solidFill>
              <a:srgbClr val="28458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245365" cy="1893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-1328211" y="8954317"/>
            <a:ext cx="3389686" cy="2665365"/>
            <a:chOff x="0" y="0"/>
            <a:chExt cx="696717" cy="5478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7507534" y="10040757"/>
            <a:ext cx="840062" cy="492487"/>
          </a:xfrm>
          <a:custGeom>
            <a:avLst/>
            <a:gdLst/>
            <a:ahLst/>
            <a:cxnLst/>
            <a:rect r="r" b="b" t="t" l="l"/>
            <a:pathLst>
              <a:path h="492487" w="840062">
                <a:moveTo>
                  <a:pt x="0" y="0"/>
                </a:moveTo>
                <a:lnTo>
                  <a:pt x="840062" y="0"/>
                </a:lnTo>
                <a:lnTo>
                  <a:pt x="840062" y="492486"/>
                </a:lnTo>
                <a:lnTo>
                  <a:pt x="0" y="49248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247934" y="1844297"/>
            <a:ext cx="8896066" cy="7894676"/>
          </a:xfrm>
          <a:custGeom>
            <a:avLst/>
            <a:gdLst/>
            <a:ahLst/>
            <a:cxnLst/>
            <a:rect r="r" b="b" t="t" l="l"/>
            <a:pathLst>
              <a:path h="7894676" w="8896066">
                <a:moveTo>
                  <a:pt x="0" y="0"/>
                </a:moveTo>
                <a:lnTo>
                  <a:pt x="8896066" y="0"/>
                </a:lnTo>
                <a:lnTo>
                  <a:pt x="8896066" y="7894676"/>
                </a:lnTo>
                <a:lnTo>
                  <a:pt x="0" y="789467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337690" y="1537390"/>
            <a:ext cx="9589875" cy="8480602"/>
          </a:xfrm>
          <a:custGeom>
            <a:avLst/>
            <a:gdLst/>
            <a:ahLst/>
            <a:cxnLst/>
            <a:rect r="r" b="b" t="t" l="l"/>
            <a:pathLst>
              <a:path h="8480602" w="9589875">
                <a:moveTo>
                  <a:pt x="0" y="0"/>
                </a:moveTo>
                <a:lnTo>
                  <a:pt x="9589875" y="0"/>
                </a:lnTo>
                <a:lnTo>
                  <a:pt x="9589875" y="8480602"/>
                </a:lnTo>
                <a:lnTo>
                  <a:pt x="0" y="848060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-14956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857298" y="326104"/>
            <a:ext cx="8118970" cy="938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77"/>
              </a:lnSpc>
              <a:spcBef>
                <a:spcPct val="0"/>
              </a:spcBef>
            </a:pPr>
            <a:r>
              <a:rPr lang="en-US" b="true" sz="5483">
                <a:solidFill>
                  <a:srgbClr val="16578D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mockups especificos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075465" y="-4588628"/>
            <a:ext cx="8000049" cy="6875042"/>
            <a:chOff x="0" y="0"/>
            <a:chExt cx="812800" cy="698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243B55"/>
            </a:solidFill>
            <a:ln cap="rnd">
              <a:noFill/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222558" y="-367861"/>
            <a:ext cx="2618432" cy="690611"/>
          </a:xfrm>
          <a:custGeom>
            <a:avLst/>
            <a:gdLst/>
            <a:ahLst/>
            <a:cxnLst/>
            <a:rect r="r" b="b" t="t" l="l"/>
            <a:pathLst>
              <a:path h="690611" w="2618432">
                <a:moveTo>
                  <a:pt x="0" y="0"/>
                </a:moveTo>
                <a:lnTo>
                  <a:pt x="2618432" y="0"/>
                </a:lnTo>
                <a:lnTo>
                  <a:pt x="2618432" y="690611"/>
                </a:lnTo>
                <a:lnTo>
                  <a:pt x="0" y="6906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2268514" y="-1094021"/>
            <a:ext cx="3297214" cy="2833543"/>
            <a:chOff x="0" y="0"/>
            <a:chExt cx="812800" cy="6985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96D6"/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5998053" y="8601993"/>
            <a:ext cx="3859024" cy="3342880"/>
          </a:xfrm>
          <a:custGeom>
            <a:avLst/>
            <a:gdLst/>
            <a:ahLst/>
            <a:cxnLst/>
            <a:rect r="r" b="b" t="t" l="l"/>
            <a:pathLst>
              <a:path h="3342880" w="3859024">
                <a:moveTo>
                  <a:pt x="0" y="0"/>
                </a:moveTo>
                <a:lnTo>
                  <a:pt x="3859024" y="0"/>
                </a:lnTo>
                <a:lnTo>
                  <a:pt x="3859024" y="3342879"/>
                </a:lnTo>
                <a:lnTo>
                  <a:pt x="0" y="33428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14043734" y="9851941"/>
            <a:ext cx="4728496" cy="537986"/>
            <a:chOff x="0" y="0"/>
            <a:chExt cx="1245365" cy="14169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45365" cy="141692"/>
            </a:xfrm>
            <a:custGeom>
              <a:avLst/>
              <a:gdLst/>
              <a:ahLst/>
              <a:cxnLst/>
              <a:rect r="r" b="b" t="t" l="l"/>
              <a:pathLst>
                <a:path h="141692" w="1245365">
                  <a:moveTo>
                    <a:pt x="70846" y="0"/>
                  </a:moveTo>
                  <a:lnTo>
                    <a:pt x="1174519" y="0"/>
                  </a:lnTo>
                  <a:cubicBezTo>
                    <a:pt x="1193309" y="0"/>
                    <a:pt x="1211329" y="7464"/>
                    <a:pt x="1224615" y="20750"/>
                  </a:cubicBezTo>
                  <a:cubicBezTo>
                    <a:pt x="1237901" y="34036"/>
                    <a:pt x="1245365" y="52056"/>
                    <a:pt x="1245365" y="70846"/>
                  </a:cubicBezTo>
                  <a:lnTo>
                    <a:pt x="1245365" y="70846"/>
                  </a:lnTo>
                  <a:cubicBezTo>
                    <a:pt x="1245365" y="109973"/>
                    <a:pt x="1213647" y="141692"/>
                    <a:pt x="1174519" y="141692"/>
                  </a:cubicBezTo>
                  <a:lnTo>
                    <a:pt x="70846" y="141692"/>
                  </a:lnTo>
                  <a:cubicBezTo>
                    <a:pt x="52056" y="141692"/>
                    <a:pt x="34036" y="134228"/>
                    <a:pt x="20750" y="120942"/>
                  </a:cubicBezTo>
                  <a:cubicBezTo>
                    <a:pt x="7464" y="107655"/>
                    <a:pt x="0" y="89635"/>
                    <a:pt x="0" y="70846"/>
                  </a:cubicBezTo>
                  <a:lnTo>
                    <a:pt x="0" y="70846"/>
                  </a:lnTo>
                  <a:cubicBezTo>
                    <a:pt x="0" y="52056"/>
                    <a:pt x="7464" y="34036"/>
                    <a:pt x="20750" y="20750"/>
                  </a:cubicBezTo>
                  <a:cubicBezTo>
                    <a:pt x="34036" y="7464"/>
                    <a:pt x="52056" y="0"/>
                    <a:pt x="70846" y="0"/>
                  </a:cubicBezTo>
                  <a:close/>
                </a:path>
              </a:pathLst>
            </a:custGeom>
            <a:solidFill>
              <a:srgbClr val="28458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245365" cy="1893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-1328211" y="8954317"/>
            <a:ext cx="3389686" cy="2665365"/>
            <a:chOff x="0" y="0"/>
            <a:chExt cx="696717" cy="5478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7507534" y="10040757"/>
            <a:ext cx="840062" cy="492487"/>
          </a:xfrm>
          <a:custGeom>
            <a:avLst/>
            <a:gdLst/>
            <a:ahLst/>
            <a:cxnLst/>
            <a:rect r="r" b="b" t="t" l="l"/>
            <a:pathLst>
              <a:path h="492487" w="840062">
                <a:moveTo>
                  <a:pt x="0" y="0"/>
                </a:moveTo>
                <a:lnTo>
                  <a:pt x="840062" y="0"/>
                </a:lnTo>
                <a:lnTo>
                  <a:pt x="840062" y="492486"/>
                </a:lnTo>
                <a:lnTo>
                  <a:pt x="0" y="49248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5288536" y="1372411"/>
            <a:ext cx="7710927" cy="8333689"/>
          </a:xfrm>
          <a:custGeom>
            <a:avLst/>
            <a:gdLst/>
            <a:ahLst/>
            <a:cxnLst/>
            <a:rect r="r" b="b" t="t" l="l"/>
            <a:pathLst>
              <a:path h="8333689" w="7710927">
                <a:moveTo>
                  <a:pt x="0" y="0"/>
                </a:moveTo>
                <a:lnTo>
                  <a:pt x="7710928" y="0"/>
                </a:lnTo>
                <a:lnTo>
                  <a:pt x="7710928" y="8333689"/>
                </a:lnTo>
                <a:lnTo>
                  <a:pt x="0" y="833368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857298" y="326104"/>
            <a:ext cx="4647955" cy="938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77"/>
              </a:lnSpc>
              <a:spcBef>
                <a:spcPct val="0"/>
              </a:spcBef>
            </a:pPr>
            <a:r>
              <a:rPr lang="en-US" sz="5483">
                <a:solidFill>
                  <a:srgbClr val="16578D"/>
                </a:solidFill>
                <a:latin typeface="Public Sans"/>
                <a:ea typeface="Public Sans"/>
                <a:cs typeface="Public Sans"/>
                <a:sym typeface="Public Sans"/>
              </a:rPr>
              <a:t>Casos de uso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3443720" y="3487034"/>
            <a:ext cx="10255006" cy="8812896"/>
            <a:chOff x="0" y="0"/>
            <a:chExt cx="812800" cy="6985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4929" y="0"/>
              <a:ext cx="802942" cy="698500"/>
            </a:xfrm>
            <a:custGeom>
              <a:avLst/>
              <a:gdLst/>
              <a:ahLst/>
              <a:cxnLst/>
              <a:rect r="r" b="b" t="t" l="l"/>
              <a:pathLst>
                <a:path h="698500" w="802942">
                  <a:moveTo>
                    <a:pt x="794963" y="371436"/>
                  </a:moveTo>
                  <a:lnTo>
                    <a:pt x="617579" y="676314"/>
                  </a:lnTo>
                  <a:cubicBezTo>
                    <a:pt x="609587" y="690050"/>
                    <a:pt x="594895" y="698500"/>
                    <a:pt x="579003" y="698500"/>
                  </a:cubicBezTo>
                  <a:lnTo>
                    <a:pt x="223939" y="698500"/>
                  </a:lnTo>
                  <a:cubicBezTo>
                    <a:pt x="208047" y="698500"/>
                    <a:pt x="193355" y="690050"/>
                    <a:pt x="185363" y="676314"/>
                  </a:cubicBezTo>
                  <a:lnTo>
                    <a:pt x="7979" y="371436"/>
                  </a:lnTo>
                  <a:cubicBezTo>
                    <a:pt x="0" y="357722"/>
                    <a:pt x="0" y="340778"/>
                    <a:pt x="7979" y="327064"/>
                  </a:cubicBezTo>
                  <a:lnTo>
                    <a:pt x="185363" y="22186"/>
                  </a:lnTo>
                  <a:cubicBezTo>
                    <a:pt x="193355" y="8450"/>
                    <a:pt x="208047" y="0"/>
                    <a:pt x="223939" y="0"/>
                  </a:cubicBezTo>
                  <a:lnTo>
                    <a:pt x="579003" y="0"/>
                  </a:lnTo>
                  <a:cubicBezTo>
                    <a:pt x="594895" y="0"/>
                    <a:pt x="609587" y="8450"/>
                    <a:pt x="617579" y="22186"/>
                  </a:cubicBezTo>
                  <a:lnTo>
                    <a:pt x="794963" y="327064"/>
                  </a:lnTo>
                  <a:cubicBezTo>
                    <a:pt x="802942" y="340778"/>
                    <a:pt x="802942" y="357722"/>
                    <a:pt x="794963" y="371436"/>
                  </a:cubicBezTo>
                  <a:close/>
                </a:path>
              </a:pathLst>
            </a:custGeom>
            <a:solidFill>
              <a:srgbClr val="16578D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true" rot="0">
            <a:off x="9562753" y="9348534"/>
            <a:ext cx="3759752" cy="3332081"/>
          </a:xfrm>
          <a:custGeom>
            <a:avLst/>
            <a:gdLst/>
            <a:ahLst/>
            <a:cxnLst/>
            <a:rect r="r" b="b" t="t" l="l"/>
            <a:pathLst>
              <a:path h="3332081" w="3759752">
                <a:moveTo>
                  <a:pt x="0" y="3332081"/>
                </a:moveTo>
                <a:lnTo>
                  <a:pt x="3759752" y="3332081"/>
                </a:lnTo>
                <a:lnTo>
                  <a:pt x="3759752" y="0"/>
                </a:lnTo>
                <a:lnTo>
                  <a:pt x="0" y="0"/>
                </a:lnTo>
                <a:lnTo>
                  <a:pt x="0" y="3332081"/>
                </a:lnTo>
                <a:close/>
              </a:path>
            </a:pathLst>
          </a:custGeom>
          <a:blipFill>
            <a:blip r:embed="rId3">
              <a:alphaModFix amt="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7038415" y="3810817"/>
            <a:ext cx="3389686" cy="2665365"/>
            <a:chOff x="0" y="0"/>
            <a:chExt cx="696717" cy="5478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7353578">
            <a:off x="1207125" y="8414815"/>
            <a:ext cx="6279545" cy="1610757"/>
          </a:xfrm>
          <a:custGeom>
            <a:avLst/>
            <a:gdLst/>
            <a:ahLst/>
            <a:cxnLst/>
            <a:rect r="r" b="b" t="t" l="l"/>
            <a:pathLst>
              <a:path h="1610757" w="6279545">
                <a:moveTo>
                  <a:pt x="0" y="0"/>
                </a:moveTo>
                <a:lnTo>
                  <a:pt x="6279545" y="0"/>
                </a:lnTo>
                <a:lnTo>
                  <a:pt x="6279545" y="1610757"/>
                </a:lnTo>
                <a:lnTo>
                  <a:pt x="0" y="16107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5000"/>
            </a:blip>
            <a:stretch>
              <a:fillRect l="0" t="-1167" r="0" b="-1167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978345" y="6920033"/>
            <a:ext cx="3730241" cy="3205676"/>
            <a:chOff x="0" y="0"/>
            <a:chExt cx="812800" cy="6985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3587" y="0"/>
              <a:ext cx="805626" cy="698500"/>
            </a:xfrm>
            <a:custGeom>
              <a:avLst/>
              <a:gdLst/>
              <a:ahLst/>
              <a:cxnLst/>
              <a:rect r="r" b="b" t="t" l="l"/>
              <a:pathLst>
                <a:path h="698500" w="805626">
                  <a:moveTo>
                    <a:pt x="799819" y="365395"/>
                  </a:moveTo>
                  <a:lnTo>
                    <a:pt x="615407" y="682355"/>
                  </a:lnTo>
                  <a:cubicBezTo>
                    <a:pt x="609591" y="692351"/>
                    <a:pt x="598899" y="698500"/>
                    <a:pt x="587334" y="698500"/>
                  </a:cubicBezTo>
                  <a:lnTo>
                    <a:pt x="218292" y="698500"/>
                  </a:lnTo>
                  <a:cubicBezTo>
                    <a:pt x="206727" y="698500"/>
                    <a:pt x="196035" y="692351"/>
                    <a:pt x="190219" y="682355"/>
                  </a:cubicBezTo>
                  <a:lnTo>
                    <a:pt x="5807" y="365395"/>
                  </a:lnTo>
                  <a:cubicBezTo>
                    <a:pt x="0" y="355415"/>
                    <a:pt x="0" y="343085"/>
                    <a:pt x="5807" y="333105"/>
                  </a:cubicBezTo>
                  <a:lnTo>
                    <a:pt x="190219" y="16145"/>
                  </a:lnTo>
                  <a:cubicBezTo>
                    <a:pt x="196035" y="6149"/>
                    <a:pt x="206727" y="0"/>
                    <a:pt x="218292" y="0"/>
                  </a:cubicBezTo>
                  <a:lnTo>
                    <a:pt x="587334" y="0"/>
                  </a:lnTo>
                  <a:cubicBezTo>
                    <a:pt x="598899" y="0"/>
                    <a:pt x="609591" y="6149"/>
                    <a:pt x="615407" y="16145"/>
                  </a:cubicBezTo>
                  <a:lnTo>
                    <a:pt x="799819" y="333105"/>
                  </a:lnTo>
                  <a:cubicBezTo>
                    <a:pt x="805626" y="343085"/>
                    <a:pt x="805626" y="355415"/>
                    <a:pt x="799819" y="365395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071028" y="-6247280"/>
            <a:ext cx="10502929" cy="9025955"/>
            <a:chOff x="0" y="0"/>
            <a:chExt cx="812800" cy="6985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4813" y="0"/>
              <a:ext cx="803175" cy="698500"/>
            </a:xfrm>
            <a:custGeom>
              <a:avLst/>
              <a:gdLst/>
              <a:ahLst/>
              <a:cxnLst/>
              <a:rect r="r" b="b" t="t" l="l"/>
              <a:pathLst>
                <a:path h="698500" w="803175">
                  <a:moveTo>
                    <a:pt x="795383" y="370912"/>
                  </a:moveTo>
                  <a:lnTo>
                    <a:pt x="617391" y="676838"/>
                  </a:lnTo>
                  <a:cubicBezTo>
                    <a:pt x="609587" y="690249"/>
                    <a:pt x="595241" y="698500"/>
                    <a:pt x="579725" y="698500"/>
                  </a:cubicBezTo>
                  <a:lnTo>
                    <a:pt x="223449" y="698500"/>
                  </a:lnTo>
                  <a:cubicBezTo>
                    <a:pt x="207933" y="698500"/>
                    <a:pt x="193587" y="690249"/>
                    <a:pt x="185783" y="676838"/>
                  </a:cubicBezTo>
                  <a:lnTo>
                    <a:pt x="7791" y="370912"/>
                  </a:lnTo>
                  <a:cubicBezTo>
                    <a:pt x="0" y="357522"/>
                    <a:pt x="0" y="340978"/>
                    <a:pt x="7791" y="327588"/>
                  </a:cubicBezTo>
                  <a:lnTo>
                    <a:pt x="185783" y="21662"/>
                  </a:lnTo>
                  <a:cubicBezTo>
                    <a:pt x="193587" y="8251"/>
                    <a:pt x="207933" y="0"/>
                    <a:pt x="223449" y="0"/>
                  </a:cubicBezTo>
                  <a:lnTo>
                    <a:pt x="579725" y="0"/>
                  </a:lnTo>
                  <a:cubicBezTo>
                    <a:pt x="595241" y="0"/>
                    <a:pt x="609587" y="8251"/>
                    <a:pt x="617391" y="21662"/>
                  </a:cubicBezTo>
                  <a:lnTo>
                    <a:pt x="795383" y="327588"/>
                  </a:lnTo>
                  <a:cubicBezTo>
                    <a:pt x="803174" y="340978"/>
                    <a:pt x="803174" y="357522"/>
                    <a:pt x="795383" y="370912"/>
                  </a:cubicBezTo>
                  <a:close/>
                </a:path>
              </a:pathLst>
            </a:custGeom>
            <a:solidFill>
              <a:srgbClr val="0096D6"/>
            </a:solidFill>
            <a:ln cap="rnd">
              <a:noFill/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573908" y="-4096368"/>
            <a:ext cx="8000049" cy="6875042"/>
            <a:chOff x="0" y="0"/>
            <a:chExt cx="812800" cy="6985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7ED957"/>
            </a:solidFill>
            <a:ln cap="rnd">
              <a:noFill/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5925325" y="440431"/>
            <a:ext cx="3297214" cy="2833543"/>
            <a:chOff x="0" y="0"/>
            <a:chExt cx="812800" cy="698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-988600" y="-658846"/>
            <a:ext cx="2966944" cy="2570115"/>
          </a:xfrm>
          <a:custGeom>
            <a:avLst/>
            <a:gdLst/>
            <a:ahLst/>
            <a:cxnLst/>
            <a:rect r="r" b="b" t="t" l="l"/>
            <a:pathLst>
              <a:path h="2570115" w="2966944">
                <a:moveTo>
                  <a:pt x="0" y="0"/>
                </a:moveTo>
                <a:lnTo>
                  <a:pt x="2966945" y="0"/>
                </a:lnTo>
                <a:lnTo>
                  <a:pt x="2966945" y="2570115"/>
                </a:lnTo>
                <a:lnTo>
                  <a:pt x="0" y="25701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-675504" y="10059862"/>
            <a:ext cx="1351009" cy="454277"/>
          </a:xfrm>
          <a:custGeom>
            <a:avLst/>
            <a:gdLst/>
            <a:ahLst/>
            <a:cxnLst/>
            <a:rect r="r" b="b" t="t" l="l"/>
            <a:pathLst>
              <a:path h="454277" w="1351009">
                <a:moveTo>
                  <a:pt x="0" y="0"/>
                </a:moveTo>
                <a:lnTo>
                  <a:pt x="1351008" y="0"/>
                </a:lnTo>
                <a:lnTo>
                  <a:pt x="1351008" y="454276"/>
                </a:lnTo>
                <a:lnTo>
                  <a:pt x="0" y="45427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3573908" y="-444369"/>
            <a:ext cx="1177504" cy="797759"/>
          </a:xfrm>
          <a:custGeom>
            <a:avLst/>
            <a:gdLst/>
            <a:ahLst/>
            <a:cxnLst/>
            <a:rect r="r" b="b" t="t" l="l"/>
            <a:pathLst>
              <a:path h="797759" w="1177504">
                <a:moveTo>
                  <a:pt x="0" y="0"/>
                </a:moveTo>
                <a:lnTo>
                  <a:pt x="1177504" y="0"/>
                </a:lnTo>
                <a:lnTo>
                  <a:pt x="1177504" y="797760"/>
                </a:lnTo>
                <a:lnTo>
                  <a:pt x="0" y="79776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-10800000">
            <a:off x="-308460" y="-75850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0"/>
                </a:moveTo>
                <a:lnTo>
                  <a:pt x="2164275" y="0"/>
                </a:lnTo>
                <a:lnTo>
                  <a:pt x="2164275" y="1111897"/>
                </a:lnTo>
                <a:lnTo>
                  <a:pt x="0" y="111189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true" rot="-10800000">
            <a:off x="16553467" y="997576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1111896"/>
                </a:moveTo>
                <a:lnTo>
                  <a:pt x="2164275" y="1111896"/>
                </a:lnTo>
                <a:lnTo>
                  <a:pt x="2164275" y="0"/>
                </a:lnTo>
                <a:lnTo>
                  <a:pt x="0" y="0"/>
                </a:lnTo>
                <a:lnTo>
                  <a:pt x="0" y="1111896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28" id="28">
            <a:hlinkClick action="ppaction://media"/>
          </p:cNvPr>
          <p:cNvPicPr>
            <a:picLocks noChangeAspect="true"/>
          </p:cNvPicPr>
          <p:nvPr>
            <a:videoFile r:link="rId17"/>
            <p:extLst>
              <p:ext uri="{DAA4B4D4-6D71-4841-9C94-3DE7FCFB9230}">
                <p14:media xmlns:p14="http://schemas.microsoft.com/office/powerpoint/2010/main" r:embed="rId18"/>
              </p:ext>
            </p:extLst>
          </p:nvPr>
        </p:nvPicPr>
        <p:blipFill>
          <a:blip r:embed="rId16"/>
          <a:srcRect l="0" t="0" r="0" b="0"/>
          <a:stretch>
            <a:fillRect/>
          </a:stretch>
        </p:blipFill>
        <p:spPr>
          <a:xfrm flipH="false" flipV="false" rot="0">
            <a:off x="1828800" y="1028700"/>
            <a:ext cx="14630400" cy="8229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28"/>
                </p:tgtEl>
              </p:cMediaNode>
            </p:video>
          </p:childTnLst>
        </p:cTn>
      </p:par>
    </p:tnLst>
  </p:timing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3443720" y="3487034"/>
            <a:ext cx="10255006" cy="8812896"/>
            <a:chOff x="0" y="0"/>
            <a:chExt cx="812800" cy="6985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4929" y="0"/>
              <a:ext cx="802942" cy="698500"/>
            </a:xfrm>
            <a:custGeom>
              <a:avLst/>
              <a:gdLst/>
              <a:ahLst/>
              <a:cxnLst/>
              <a:rect r="r" b="b" t="t" l="l"/>
              <a:pathLst>
                <a:path h="698500" w="802942">
                  <a:moveTo>
                    <a:pt x="794963" y="371436"/>
                  </a:moveTo>
                  <a:lnTo>
                    <a:pt x="617579" y="676314"/>
                  </a:lnTo>
                  <a:cubicBezTo>
                    <a:pt x="609587" y="690050"/>
                    <a:pt x="594895" y="698500"/>
                    <a:pt x="579003" y="698500"/>
                  </a:cubicBezTo>
                  <a:lnTo>
                    <a:pt x="223939" y="698500"/>
                  </a:lnTo>
                  <a:cubicBezTo>
                    <a:pt x="208047" y="698500"/>
                    <a:pt x="193355" y="690050"/>
                    <a:pt x="185363" y="676314"/>
                  </a:cubicBezTo>
                  <a:lnTo>
                    <a:pt x="7979" y="371436"/>
                  </a:lnTo>
                  <a:cubicBezTo>
                    <a:pt x="0" y="357722"/>
                    <a:pt x="0" y="340778"/>
                    <a:pt x="7979" y="327064"/>
                  </a:cubicBezTo>
                  <a:lnTo>
                    <a:pt x="185363" y="22186"/>
                  </a:lnTo>
                  <a:cubicBezTo>
                    <a:pt x="193355" y="8450"/>
                    <a:pt x="208047" y="0"/>
                    <a:pt x="223939" y="0"/>
                  </a:cubicBezTo>
                  <a:lnTo>
                    <a:pt x="579003" y="0"/>
                  </a:lnTo>
                  <a:cubicBezTo>
                    <a:pt x="594895" y="0"/>
                    <a:pt x="609587" y="8450"/>
                    <a:pt x="617579" y="22186"/>
                  </a:cubicBezTo>
                  <a:lnTo>
                    <a:pt x="794963" y="327064"/>
                  </a:lnTo>
                  <a:cubicBezTo>
                    <a:pt x="802942" y="340778"/>
                    <a:pt x="802942" y="357722"/>
                    <a:pt x="794963" y="371436"/>
                  </a:cubicBezTo>
                  <a:close/>
                </a:path>
              </a:pathLst>
            </a:custGeom>
            <a:solidFill>
              <a:srgbClr val="16578D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true" rot="0">
            <a:off x="9562753" y="9348534"/>
            <a:ext cx="3759752" cy="3332081"/>
          </a:xfrm>
          <a:custGeom>
            <a:avLst/>
            <a:gdLst/>
            <a:ahLst/>
            <a:cxnLst/>
            <a:rect r="r" b="b" t="t" l="l"/>
            <a:pathLst>
              <a:path h="3332081" w="3759752">
                <a:moveTo>
                  <a:pt x="0" y="3332081"/>
                </a:moveTo>
                <a:lnTo>
                  <a:pt x="3759752" y="3332081"/>
                </a:lnTo>
                <a:lnTo>
                  <a:pt x="3759752" y="0"/>
                </a:lnTo>
                <a:lnTo>
                  <a:pt x="0" y="0"/>
                </a:lnTo>
                <a:lnTo>
                  <a:pt x="0" y="3332081"/>
                </a:lnTo>
                <a:close/>
              </a:path>
            </a:pathLst>
          </a:custGeom>
          <a:blipFill>
            <a:blip r:embed="rId3">
              <a:alphaModFix amt="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7038415" y="3810817"/>
            <a:ext cx="3389686" cy="2665365"/>
            <a:chOff x="0" y="0"/>
            <a:chExt cx="696717" cy="5478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7353578">
            <a:off x="1207125" y="8414815"/>
            <a:ext cx="6279545" cy="1610757"/>
          </a:xfrm>
          <a:custGeom>
            <a:avLst/>
            <a:gdLst/>
            <a:ahLst/>
            <a:cxnLst/>
            <a:rect r="r" b="b" t="t" l="l"/>
            <a:pathLst>
              <a:path h="1610757" w="6279545">
                <a:moveTo>
                  <a:pt x="0" y="0"/>
                </a:moveTo>
                <a:lnTo>
                  <a:pt x="6279545" y="0"/>
                </a:lnTo>
                <a:lnTo>
                  <a:pt x="6279545" y="1610757"/>
                </a:lnTo>
                <a:lnTo>
                  <a:pt x="0" y="16107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5000"/>
            </a:blip>
            <a:stretch>
              <a:fillRect l="0" t="-1167" r="0" b="-1167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978345" y="6920033"/>
            <a:ext cx="3730241" cy="3205676"/>
            <a:chOff x="0" y="0"/>
            <a:chExt cx="812800" cy="6985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3587" y="0"/>
              <a:ext cx="805626" cy="698500"/>
            </a:xfrm>
            <a:custGeom>
              <a:avLst/>
              <a:gdLst/>
              <a:ahLst/>
              <a:cxnLst/>
              <a:rect r="r" b="b" t="t" l="l"/>
              <a:pathLst>
                <a:path h="698500" w="805626">
                  <a:moveTo>
                    <a:pt x="799819" y="365395"/>
                  </a:moveTo>
                  <a:lnTo>
                    <a:pt x="615407" y="682355"/>
                  </a:lnTo>
                  <a:cubicBezTo>
                    <a:pt x="609591" y="692351"/>
                    <a:pt x="598899" y="698500"/>
                    <a:pt x="587334" y="698500"/>
                  </a:cubicBezTo>
                  <a:lnTo>
                    <a:pt x="218292" y="698500"/>
                  </a:lnTo>
                  <a:cubicBezTo>
                    <a:pt x="206727" y="698500"/>
                    <a:pt x="196035" y="692351"/>
                    <a:pt x="190219" y="682355"/>
                  </a:cubicBezTo>
                  <a:lnTo>
                    <a:pt x="5807" y="365395"/>
                  </a:lnTo>
                  <a:cubicBezTo>
                    <a:pt x="0" y="355415"/>
                    <a:pt x="0" y="343085"/>
                    <a:pt x="5807" y="333105"/>
                  </a:cubicBezTo>
                  <a:lnTo>
                    <a:pt x="190219" y="16145"/>
                  </a:lnTo>
                  <a:cubicBezTo>
                    <a:pt x="196035" y="6149"/>
                    <a:pt x="206727" y="0"/>
                    <a:pt x="218292" y="0"/>
                  </a:cubicBezTo>
                  <a:lnTo>
                    <a:pt x="587334" y="0"/>
                  </a:lnTo>
                  <a:cubicBezTo>
                    <a:pt x="598899" y="0"/>
                    <a:pt x="609591" y="6149"/>
                    <a:pt x="615407" y="16145"/>
                  </a:cubicBezTo>
                  <a:lnTo>
                    <a:pt x="799819" y="333105"/>
                  </a:lnTo>
                  <a:cubicBezTo>
                    <a:pt x="805626" y="343085"/>
                    <a:pt x="805626" y="355415"/>
                    <a:pt x="799819" y="365395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071028" y="-6247280"/>
            <a:ext cx="10502929" cy="9025955"/>
            <a:chOff x="0" y="0"/>
            <a:chExt cx="812800" cy="6985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4813" y="0"/>
              <a:ext cx="803175" cy="698500"/>
            </a:xfrm>
            <a:custGeom>
              <a:avLst/>
              <a:gdLst/>
              <a:ahLst/>
              <a:cxnLst/>
              <a:rect r="r" b="b" t="t" l="l"/>
              <a:pathLst>
                <a:path h="698500" w="803175">
                  <a:moveTo>
                    <a:pt x="795383" y="370912"/>
                  </a:moveTo>
                  <a:lnTo>
                    <a:pt x="617391" y="676838"/>
                  </a:lnTo>
                  <a:cubicBezTo>
                    <a:pt x="609587" y="690249"/>
                    <a:pt x="595241" y="698500"/>
                    <a:pt x="579725" y="698500"/>
                  </a:cubicBezTo>
                  <a:lnTo>
                    <a:pt x="223449" y="698500"/>
                  </a:lnTo>
                  <a:cubicBezTo>
                    <a:pt x="207933" y="698500"/>
                    <a:pt x="193587" y="690249"/>
                    <a:pt x="185783" y="676838"/>
                  </a:cubicBezTo>
                  <a:lnTo>
                    <a:pt x="7791" y="370912"/>
                  </a:lnTo>
                  <a:cubicBezTo>
                    <a:pt x="0" y="357522"/>
                    <a:pt x="0" y="340978"/>
                    <a:pt x="7791" y="327588"/>
                  </a:cubicBezTo>
                  <a:lnTo>
                    <a:pt x="185783" y="21662"/>
                  </a:lnTo>
                  <a:cubicBezTo>
                    <a:pt x="193587" y="8251"/>
                    <a:pt x="207933" y="0"/>
                    <a:pt x="223449" y="0"/>
                  </a:cubicBezTo>
                  <a:lnTo>
                    <a:pt x="579725" y="0"/>
                  </a:lnTo>
                  <a:cubicBezTo>
                    <a:pt x="595241" y="0"/>
                    <a:pt x="609587" y="8251"/>
                    <a:pt x="617391" y="21662"/>
                  </a:cubicBezTo>
                  <a:lnTo>
                    <a:pt x="795383" y="327588"/>
                  </a:lnTo>
                  <a:cubicBezTo>
                    <a:pt x="803174" y="340978"/>
                    <a:pt x="803174" y="357522"/>
                    <a:pt x="795383" y="370912"/>
                  </a:cubicBezTo>
                  <a:close/>
                </a:path>
              </a:pathLst>
            </a:custGeom>
            <a:solidFill>
              <a:srgbClr val="0096D6"/>
            </a:solidFill>
            <a:ln cap="rnd">
              <a:noFill/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573908" y="-4096368"/>
            <a:ext cx="8000049" cy="6875042"/>
            <a:chOff x="0" y="0"/>
            <a:chExt cx="812800" cy="6985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7ED957"/>
            </a:solidFill>
            <a:ln cap="rnd">
              <a:noFill/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5925325" y="440431"/>
            <a:ext cx="3297214" cy="2833543"/>
            <a:chOff x="0" y="0"/>
            <a:chExt cx="812800" cy="698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-988600" y="-658846"/>
            <a:ext cx="2966944" cy="2570115"/>
          </a:xfrm>
          <a:custGeom>
            <a:avLst/>
            <a:gdLst/>
            <a:ahLst/>
            <a:cxnLst/>
            <a:rect r="r" b="b" t="t" l="l"/>
            <a:pathLst>
              <a:path h="2570115" w="2966944">
                <a:moveTo>
                  <a:pt x="0" y="0"/>
                </a:moveTo>
                <a:lnTo>
                  <a:pt x="2966945" y="0"/>
                </a:lnTo>
                <a:lnTo>
                  <a:pt x="2966945" y="2570115"/>
                </a:lnTo>
                <a:lnTo>
                  <a:pt x="0" y="25701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-675504" y="10059862"/>
            <a:ext cx="1351009" cy="454277"/>
          </a:xfrm>
          <a:custGeom>
            <a:avLst/>
            <a:gdLst/>
            <a:ahLst/>
            <a:cxnLst/>
            <a:rect r="r" b="b" t="t" l="l"/>
            <a:pathLst>
              <a:path h="454277" w="1351009">
                <a:moveTo>
                  <a:pt x="0" y="0"/>
                </a:moveTo>
                <a:lnTo>
                  <a:pt x="1351008" y="0"/>
                </a:lnTo>
                <a:lnTo>
                  <a:pt x="1351008" y="454276"/>
                </a:lnTo>
                <a:lnTo>
                  <a:pt x="0" y="45427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3573908" y="-444369"/>
            <a:ext cx="1177504" cy="797759"/>
          </a:xfrm>
          <a:custGeom>
            <a:avLst/>
            <a:gdLst/>
            <a:ahLst/>
            <a:cxnLst/>
            <a:rect r="r" b="b" t="t" l="l"/>
            <a:pathLst>
              <a:path h="797759" w="1177504">
                <a:moveTo>
                  <a:pt x="0" y="0"/>
                </a:moveTo>
                <a:lnTo>
                  <a:pt x="1177504" y="0"/>
                </a:lnTo>
                <a:lnTo>
                  <a:pt x="1177504" y="797760"/>
                </a:lnTo>
                <a:lnTo>
                  <a:pt x="0" y="79776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-10800000">
            <a:off x="-308460" y="-75850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0"/>
                </a:moveTo>
                <a:lnTo>
                  <a:pt x="2164275" y="0"/>
                </a:lnTo>
                <a:lnTo>
                  <a:pt x="2164275" y="1111897"/>
                </a:lnTo>
                <a:lnTo>
                  <a:pt x="0" y="111189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true" rot="-10800000">
            <a:off x="16553467" y="997576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1111896"/>
                </a:moveTo>
                <a:lnTo>
                  <a:pt x="2164275" y="1111896"/>
                </a:lnTo>
                <a:lnTo>
                  <a:pt x="2164275" y="0"/>
                </a:lnTo>
                <a:lnTo>
                  <a:pt x="0" y="0"/>
                </a:lnTo>
                <a:lnTo>
                  <a:pt x="0" y="1111896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28" id="28">
            <a:hlinkClick action="ppaction://media"/>
          </p:cNvPr>
          <p:cNvPicPr>
            <a:picLocks noChangeAspect="true"/>
          </p:cNvPicPr>
          <p:nvPr>
            <a:videoFile r:link="rId17"/>
            <p:extLst>
              <p:ext uri="{DAA4B4D4-6D71-4841-9C94-3DE7FCFB9230}">
                <p14:media xmlns:p14="http://schemas.microsoft.com/office/powerpoint/2010/main" r:embed="rId18"/>
              </p:ext>
            </p:extLst>
          </p:nvPr>
        </p:nvPicPr>
        <p:blipFill>
          <a:blip r:embed="rId16"/>
          <a:srcRect l="0" t="0" r="0" b="0"/>
          <a:stretch>
            <a:fillRect/>
          </a:stretch>
        </p:blipFill>
        <p:spPr>
          <a:xfrm flipH="false" flipV="false" rot="0">
            <a:off x="1828800" y="1028700"/>
            <a:ext cx="14630400" cy="8229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28"/>
                </p:tgtEl>
              </p:cMediaNode>
            </p:video>
          </p:childTnLst>
        </p:cTn>
      </p:par>
    </p:tnLst>
  </p:timing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3443720" y="3487034"/>
            <a:ext cx="10255006" cy="8812896"/>
            <a:chOff x="0" y="0"/>
            <a:chExt cx="812800" cy="6985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4929" y="0"/>
              <a:ext cx="802942" cy="698500"/>
            </a:xfrm>
            <a:custGeom>
              <a:avLst/>
              <a:gdLst/>
              <a:ahLst/>
              <a:cxnLst/>
              <a:rect r="r" b="b" t="t" l="l"/>
              <a:pathLst>
                <a:path h="698500" w="802942">
                  <a:moveTo>
                    <a:pt x="794963" y="371436"/>
                  </a:moveTo>
                  <a:lnTo>
                    <a:pt x="617579" y="676314"/>
                  </a:lnTo>
                  <a:cubicBezTo>
                    <a:pt x="609587" y="690050"/>
                    <a:pt x="594895" y="698500"/>
                    <a:pt x="579003" y="698500"/>
                  </a:cubicBezTo>
                  <a:lnTo>
                    <a:pt x="223939" y="698500"/>
                  </a:lnTo>
                  <a:cubicBezTo>
                    <a:pt x="208047" y="698500"/>
                    <a:pt x="193355" y="690050"/>
                    <a:pt x="185363" y="676314"/>
                  </a:cubicBezTo>
                  <a:lnTo>
                    <a:pt x="7979" y="371436"/>
                  </a:lnTo>
                  <a:cubicBezTo>
                    <a:pt x="0" y="357722"/>
                    <a:pt x="0" y="340778"/>
                    <a:pt x="7979" y="327064"/>
                  </a:cubicBezTo>
                  <a:lnTo>
                    <a:pt x="185363" y="22186"/>
                  </a:lnTo>
                  <a:cubicBezTo>
                    <a:pt x="193355" y="8450"/>
                    <a:pt x="208047" y="0"/>
                    <a:pt x="223939" y="0"/>
                  </a:cubicBezTo>
                  <a:lnTo>
                    <a:pt x="579003" y="0"/>
                  </a:lnTo>
                  <a:cubicBezTo>
                    <a:pt x="594895" y="0"/>
                    <a:pt x="609587" y="8450"/>
                    <a:pt x="617579" y="22186"/>
                  </a:cubicBezTo>
                  <a:lnTo>
                    <a:pt x="794963" y="327064"/>
                  </a:lnTo>
                  <a:cubicBezTo>
                    <a:pt x="802942" y="340778"/>
                    <a:pt x="802942" y="357722"/>
                    <a:pt x="794963" y="371436"/>
                  </a:cubicBezTo>
                  <a:close/>
                </a:path>
              </a:pathLst>
            </a:custGeom>
            <a:solidFill>
              <a:srgbClr val="16578D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true" rot="0">
            <a:off x="9562753" y="9348534"/>
            <a:ext cx="3759752" cy="3332081"/>
          </a:xfrm>
          <a:custGeom>
            <a:avLst/>
            <a:gdLst/>
            <a:ahLst/>
            <a:cxnLst/>
            <a:rect r="r" b="b" t="t" l="l"/>
            <a:pathLst>
              <a:path h="3332081" w="3759752">
                <a:moveTo>
                  <a:pt x="0" y="3332081"/>
                </a:moveTo>
                <a:lnTo>
                  <a:pt x="3759752" y="3332081"/>
                </a:lnTo>
                <a:lnTo>
                  <a:pt x="3759752" y="0"/>
                </a:lnTo>
                <a:lnTo>
                  <a:pt x="0" y="0"/>
                </a:lnTo>
                <a:lnTo>
                  <a:pt x="0" y="3332081"/>
                </a:lnTo>
                <a:close/>
              </a:path>
            </a:pathLst>
          </a:custGeom>
          <a:blipFill>
            <a:blip r:embed="rId3">
              <a:alphaModFix amt="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7038415" y="3810817"/>
            <a:ext cx="3389686" cy="2665365"/>
            <a:chOff x="0" y="0"/>
            <a:chExt cx="696717" cy="5478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7353578">
            <a:off x="1207125" y="8414815"/>
            <a:ext cx="6279545" cy="1610757"/>
          </a:xfrm>
          <a:custGeom>
            <a:avLst/>
            <a:gdLst/>
            <a:ahLst/>
            <a:cxnLst/>
            <a:rect r="r" b="b" t="t" l="l"/>
            <a:pathLst>
              <a:path h="1610757" w="6279545">
                <a:moveTo>
                  <a:pt x="0" y="0"/>
                </a:moveTo>
                <a:lnTo>
                  <a:pt x="6279545" y="0"/>
                </a:lnTo>
                <a:lnTo>
                  <a:pt x="6279545" y="1610757"/>
                </a:lnTo>
                <a:lnTo>
                  <a:pt x="0" y="16107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5000"/>
            </a:blip>
            <a:stretch>
              <a:fillRect l="0" t="-1167" r="0" b="-1167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978345" y="6920033"/>
            <a:ext cx="3730241" cy="3205676"/>
            <a:chOff x="0" y="0"/>
            <a:chExt cx="812800" cy="6985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3587" y="0"/>
              <a:ext cx="805626" cy="698500"/>
            </a:xfrm>
            <a:custGeom>
              <a:avLst/>
              <a:gdLst/>
              <a:ahLst/>
              <a:cxnLst/>
              <a:rect r="r" b="b" t="t" l="l"/>
              <a:pathLst>
                <a:path h="698500" w="805626">
                  <a:moveTo>
                    <a:pt x="799819" y="365395"/>
                  </a:moveTo>
                  <a:lnTo>
                    <a:pt x="615407" y="682355"/>
                  </a:lnTo>
                  <a:cubicBezTo>
                    <a:pt x="609591" y="692351"/>
                    <a:pt x="598899" y="698500"/>
                    <a:pt x="587334" y="698500"/>
                  </a:cubicBezTo>
                  <a:lnTo>
                    <a:pt x="218292" y="698500"/>
                  </a:lnTo>
                  <a:cubicBezTo>
                    <a:pt x="206727" y="698500"/>
                    <a:pt x="196035" y="692351"/>
                    <a:pt x="190219" y="682355"/>
                  </a:cubicBezTo>
                  <a:lnTo>
                    <a:pt x="5807" y="365395"/>
                  </a:lnTo>
                  <a:cubicBezTo>
                    <a:pt x="0" y="355415"/>
                    <a:pt x="0" y="343085"/>
                    <a:pt x="5807" y="333105"/>
                  </a:cubicBezTo>
                  <a:lnTo>
                    <a:pt x="190219" y="16145"/>
                  </a:lnTo>
                  <a:cubicBezTo>
                    <a:pt x="196035" y="6149"/>
                    <a:pt x="206727" y="0"/>
                    <a:pt x="218292" y="0"/>
                  </a:cubicBezTo>
                  <a:lnTo>
                    <a:pt x="587334" y="0"/>
                  </a:lnTo>
                  <a:cubicBezTo>
                    <a:pt x="598899" y="0"/>
                    <a:pt x="609591" y="6149"/>
                    <a:pt x="615407" y="16145"/>
                  </a:cubicBezTo>
                  <a:lnTo>
                    <a:pt x="799819" y="333105"/>
                  </a:lnTo>
                  <a:cubicBezTo>
                    <a:pt x="805626" y="343085"/>
                    <a:pt x="805626" y="355415"/>
                    <a:pt x="799819" y="365395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071028" y="-6247280"/>
            <a:ext cx="10502929" cy="9025955"/>
            <a:chOff x="0" y="0"/>
            <a:chExt cx="812800" cy="6985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4813" y="0"/>
              <a:ext cx="803175" cy="698500"/>
            </a:xfrm>
            <a:custGeom>
              <a:avLst/>
              <a:gdLst/>
              <a:ahLst/>
              <a:cxnLst/>
              <a:rect r="r" b="b" t="t" l="l"/>
              <a:pathLst>
                <a:path h="698500" w="803175">
                  <a:moveTo>
                    <a:pt x="795383" y="370912"/>
                  </a:moveTo>
                  <a:lnTo>
                    <a:pt x="617391" y="676838"/>
                  </a:lnTo>
                  <a:cubicBezTo>
                    <a:pt x="609587" y="690249"/>
                    <a:pt x="595241" y="698500"/>
                    <a:pt x="579725" y="698500"/>
                  </a:cubicBezTo>
                  <a:lnTo>
                    <a:pt x="223449" y="698500"/>
                  </a:lnTo>
                  <a:cubicBezTo>
                    <a:pt x="207933" y="698500"/>
                    <a:pt x="193587" y="690249"/>
                    <a:pt x="185783" y="676838"/>
                  </a:cubicBezTo>
                  <a:lnTo>
                    <a:pt x="7791" y="370912"/>
                  </a:lnTo>
                  <a:cubicBezTo>
                    <a:pt x="0" y="357522"/>
                    <a:pt x="0" y="340978"/>
                    <a:pt x="7791" y="327588"/>
                  </a:cubicBezTo>
                  <a:lnTo>
                    <a:pt x="185783" y="21662"/>
                  </a:lnTo>
                  <a:cubicBezTo>
                    <a:pt x="193587" y="8251"/>
                    <a:pt x="207933" y="0"/>
                    <a:pt x="223449" y="0"/>
                  </a:cubicBezTo>
                  <a:lnTo>
                    <a:pt x="579725" y="0"/>
                  </a:lnTo>
                  <a:cubicBezTo>
                    <a:pt x="595241" y="0"/>
                    <a:pt x="609587" y="8251"/>
                    <a:pt x="617391" y="21662"/>
                  </a:cubicBezTo>
                  <a:lnTo>
                    <a:pt x="795383" y="327588"/>
                  </a:lnTo>
                  <a:cubicBezTo>
                    <a:pt x="803174" y="340978"/>
                    <a:pt x="803174" y="357522"/>
                    <a:pt x="795383" y="370912"/>
                  </a:cubicBezTo>
                  <a:close/>
                </a:path>
              </a:pathLst>
            </a:custGeom>
            <a:solidFill>
              <a:srgbClr val="0096D6"/>
            </a:solidFill>
            <a:ln cap="rnd">
              <a:noFill/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573908" y="-4096368"/>
            <a:ext cx="8000049" cy="6875042"/>
            <a:chOff x="0" y="0"/>
            <a:chExt cx="812800" cy="6985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7ED957"/>
            </a:solidFill>
            <a:ln cap="rnd">
              <a:noFill/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5925325" y="440431"/>
            <a:ext cx="3297214" cy="2833543"/>
            <a:chOff x="0" y="0"/>
            <a:chExt cx="812800" cy="698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-988600" y="-658846"/>
            <a:ext cx="2966944" cy="2570115"/>
          </a:xfrm>
          <a:custGeom>
            <a:avLst/>
            <a:gdLst/>
            <a:ahLst/>
            <a:cxnLst/>
            <a:rect r="r" b="b" t="t" l="l"/>
            <a:pathLst>
              <a:path h="2570115" w="2966944">
                <a:moveTo>
                  <a:pt x="0" y="0"/>
                </a:moveTo>
                <a:lnTo>
                  <a:pt x="2966945" y="0"/>
                </a:lnTo>
                <a:lnTo>
                  <a:pt x="2966945" y="2570115"/>
                </a:lnTo>
                <a:lnTo>
                  <a:pt x="0" y="25701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-675504" y="10059862"/>
            <a:ext cx="1351009" cy="454277"/>
          </a:xfrm>
          <a:custGeom>
            <a:avLst/>
            <a:gdLst/>
            <a:ahLst/>
            <a:cxnLst/>
            <a:rect r="r" b="b" t="t" l="l"/>
            <a:pathLst>
              <a:path h="454277" w="1351009">
                <a:moveTo>
                  <a:pt x="0" y="0"/>
                </a:moveTo>
                <a:lnTo>
                  <a:pt x="1351008" y="0"/>
                </a:lnTo>
                <a:lnTo>
                  <a:pt x="1351008" y="454276"/>
                </a:lnTo>
                <a:lnTo>
                  <a:pt x="0" y="45427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3573908" y="-444369"/>
            <a:ext cx="1177504" cy="797759"/>
          </a:xfrm>
          <a:custGeom>
            <a:avLst/>
            <a:gdLst/>
            <a:ahLst/>
            <a:cxnLst/>
            <a:rect r="r" b="b" t="t" l="l"/>
            <a:pathLst>
              <a:path h="797759" w="1177504">
                <a:moveTo>
                  <a:pt x="0" y="0"/>
                </a:moveTo>
                <a:lnTo>
                  <a:pt x="1177504" y="0"/>
                </a:lnTo>
                <a:lnTo>
                  <a:pt x="1177504" y="797760"/>
                </a:lnTo>
                <a:lnTo>
                  <a:pt x="0" y="79776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-10800000">
            <a:off x="-308460" y="-75850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0"/>
                </a:moveTo>
                <a:lnTo>
                  <a:pt x="2164275" y="0"/>
                </a:lnTo>
                <a:lnTo>
                  <a:pt x="2164275" y="1111897"/>
                </a:lnTo>
                <a:lnTo>
                  <a:pt x="0" y="111189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true" rot="-10800000">
            <a:off x="16553467" y="997576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1111896"/>
                </a:moveTo>
                <a:lnTo>
                  <a:pt x="2164275" y="1111896"/>
                </a:lnTo>
                <a:lnTo>
                  <a:pt x="2164275" y="0"/>
                </a:lnTo>
                <a:lnTo>
                  <a:pt x="0" y="0"/>
                </a:lnTo>
                <a:lnTo>
                  <a:pt x="0" y="1111896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28" id="28">
            <a:hlinkClick action="ppaction://media"/>
          </p:cNvPr>
          <p:cNvPicPr>
            <a:picLocks noChangeAspect="true"/>
          </p:cNvPicPr>
          <p:nvPr>
            <a:videoFile r:link="rId17"/>
            <p:extLst>
              <p:ext uri="{DAA4B4D4-6D71-4841-9C94-3DE7FCFB9230}">
                <p14:media xmlns:p14="http://schemas.microsoft.com/office/powerpoint/2010/main" r:embed="rId18"/>
              </p:ext>
            </p:extLst>
          </p:nvPr>
        </p:nvPicPr>
        <p:blipFill>
          <a:blip r:embed="rId16"/>
          <a:srcRect l="0" t="0" r="0" b="0"/>
          <a:stretch>
            <a:fillRect/>
          </a:stretch>
        </p:blipFill>
        <p:spPr>
          <a:xfrm flipH="false" flipV="false" rot="0">
            <a:off x="1828800" y="1028700"/>
            <a:ext cx="14630400" cy="8229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28"/>
                </p:tgtEl>
              </p:cMediaNode>
            </p:video>
          </p:childTnLst>
        </p:cTn>
      </p:par>
    </p:tnLst>
  </p:timing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3443720" y="3487034"/>
            <a:ext cx="10255006" cy="8812896"/>
            <a:chOff x="0" y="0"/>
            <a:chExt cx="812800" cy="6985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4929" y="0"/>
              <a:ext cx="802942" cy="698500"/>
            </a:xfrm>
            <a:custGeom>
              <a:avLst/>
              <a:gdLst/>
              <a:ahLst/>
              <a:cxnLst/>
              <a:rect r="r" b="b" t="t" l="l"/>
              <a:pathLst>
                <a:path h="698500" w="802942">
                  <a:moveTo>
                    <a:pt x="794963" y="371436"/>
                  </a:moveTo>
                  <a:lnTo>
                    <a:pt x="617579" y="676314"/>
                  </a:lnTo>
                  <a:cubicBezTo>
                    <a:pt x="609587" y="690050"/>
                    <a:pt x="594895" y="698500"/>
                    <a:pt x="579003" y="698500"/>
                  </a:cubicBezTo>
                  <a:lnTo>
                    <a:pt x="223939" y="698500"/>
                  </a:lnTo>
                  <a:cubicBezTo>
                    <a:pt x="208047" y="698500"/>
                    <a:pt x="193355" y="690050"/>
                    <a:pt x="185363" y="676314"/>
                  </a:cubicBezTo>
                  <a:lnTo>
                    <a:pt x="7979" y="371436"/>
                  </a:lnTo>
                  <a:cubicBezTo>
                    <a:pt x="0" y="357722"/>
                    <a:pt x="0" y="340778"/>
                    <a:pt x="7979" y="327064"/>
                  </a:cubicBezTo>
                  <a:lnTo>
                    <a:pt x="185363" y="22186"/>
                  </a:lnTo>
                  <a:cubicBezTo>
                    <a:pt x="193355" y="8450"/>
                    <a:pt x="208047" y="0"/>
                    <a:pt x="223939" y="0"/>
                  </a:cubicBezTo>
                  <a:lnTo>
                    <a:pt x="579003" y="0"/>
                  </a:lnTo>
                  <a:cubicBezTo>
                    <a:pt x="594895" y="0"/>
                    <a:pt x="609587" y="8450"/>
                    <a:pt x="617579" y="22186"/>
                  </a:cubicBezTo>
                  <a:lnTo>
                    <a:pt x="794963" y="327064"/>
                  </a:lnTo>
                  <a:cubicBezTo>
                    <a:pt x="802942" y="340778"/>
                    <a:pt x="802942" y="357722"/>
                    <a:pt x="794963" y="371436"/>
                  </a:cubicBezTo>
                  <a:close/>
                </a:path>
              </a:pathLst>
            </a:custGeom>
            <a:solidFill>
              <a:srgbClr val="16578D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true" rot="0">
            <a:off x="9562753" y="9348534"/>
            <a:ext cx="3759752" cy="3332081"/>
          </a:xfrm>
          <a:custGeom>
            <a:avLst/>
            <a:gdLst/>
            <a:ahLst/>
            <a:cxnLst/>
            <a:rect r="r" b="b" t="t" l="l"/>
            <a:pathLst>
              <a:path h="3332081" w="3759752">
                <a:moveTo>
                  <a:pt x="0" y="3332081"/>
                </a:moveTo>
                <a:lnTo>
                  <a:pt x="3759752" y="3332081"/>
                </a:lnTo>
                <a:lnTo>
                  <a:pt x="3759752" y="0"/>
                </a:lnTo>
                <a:lnTo>
                  <a:pt x="0" y="0"/>
                </a:lnTo>
                <a:lnTo>
                  <a:pt x="0" y="3332081"/>
                </a:lnTo>
                <a:close/>
              </a:path>
            </a:pathLst>
          </a:custGeom>
          <a:blipFill>
            <a:blip r:embed="rId3">
              <a:alphaModFix amt="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7038415" y="3810817"/>
            <a:ext cx="3389686" cy="2665365"/>
            <a:chOff x="0" y="0"/>
            <a:chExt cx="696717" cy="5478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7353578">
            <a:off x="1207125" y="8414815"/>
            <a:ext cx="6279545" cy="1610757"/>
          </a:xfrm>
          <a:custGeom>
            <a:avLst/>
            <a:gdLst/>
            <a:ahLst/>
            <a:cxnLst/>
            <a:rect r="r" b="b" t="t" l="l"/>
            <a:pathLst>
              <a:path h="1610757" w="6279545">
                <a:moveTo>
                  <a:pt x="0" y="0"/>
                </a:moveTo>
                <a:lnTo>
                  <a:pt x="6279545" y="0"/>
                </a:lnTo>
                <a:lnTo>
                  <a:pt x="6279545" y="1610757"/>
                </a:lnTo>
                <a:lnTo>
                  <a:pt x="0" y="16107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5000"/>
            </a:blip>
            <a:stretch>
              <a:fillRect l="0" t="-1167" r="0" b="-1167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978345" y="6920033"/>
            <a:ext cx="3730241" cy="3205676"/>
            <a:chOff x="0" y="0"/>
            <a:chExt cx="812800" cy="6985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3587" y="0"/>
              <a:ext cx="805626" cy="698500"/>
            </a:xfrm>
            <a:custGeom>
              <a:avLst/>
              <a:gdLst/>
              <a:ahLst/>
              <a:cxnLst/>
              <a:rect r="r" b="b" t="t" l="l"/>
              <a:pathLst>
                <a:path h="698500" w="805626">
                  <a:moveTo>
                    <a:pt x="799819" y="365395"/>
                  </a:moveTo>
                  <a:lnTo>
                    <a:pt x="615407" y="682355"/>
                  </a:lnTo>
                  <a:cubicBezTo>
                    <a:pt x="609591" y="692351"/>
                    <a:pt x="598899" y="698500"/>
                    <a:pt x="587334" y="698500"/>
                  </a:cubicBezTo>
                  <a:lnTo>
                    <a:pt x="218292" y="698500"/>
                  </a:lnTo>
                  <a:cubicBezTo>
                    <a:pt x="206727" y="698500"/>
                    <a:pt x="196035" y="692351"/>
                    <a:pt x="190219" y="682355"/>
                  </a:cubicBezTo>
                  <a:lnTo>
                    <a:pt x="5807" y="365395"/>
                  </a:lnTo>
                  <a:cubicBezTo>
                    <a:pt x="0" y="355415"/>
                    <a:pt x="0" y="343085"/>
                    <a:pt x="5807" y="333105"/>
                  </a:cubicBezTo>
                  <a:lnTo>
                    <a:pt x="190219" y="16145"/>
                  </a:lnTo>
                  <a:cubicBezTo>
                    <a:pt x="196035" y="6149"/>
                    <a:pt x="206727" y="0"/>
                    <a:pt x="218292" y="0"/>
                  </a:cubicBezTo>
                  <a:lnTo>
                    <a:pt x="587334" y="0"/>
                  </a:lnTo>
                  <a:cubicBezTo>
                    <a:pt x="598899" y="0"/>
                    <a:pt x="609591" y="6149"/>
                    <a:pt x="615407" y="16145"/>
                  </a:cubicBezTo>
                  <a:lnTo>
                    <a:pt x="799819" y="333105"/>
                  </a:lnTo>
                  <a:cubicBezTo>
                    <a:pt x="805626" y="343085"/>
                    <a:pt x="805626" y="355415"/>
                    <a:pt x="799819" y="365395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071028" y="-6247280"/>
            <a:ext cx="10502929" cy="9025955"/>
            <a:chOff x="0" y="0"/>
            <a:chExt cx="812800" cy="6985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4813" y="0"/>
              <a:ext cx="803175" cy="698500"/>
            </a:xfrm>
            <a:custGeom>
              <a:avLst/>
              <a:gdLst/>
              <a:ahLst/>
              <a:cxnLst/>
              <a:rect r="r" b="b" t="t" l="l"/>
              <a:pathLst>
                <a:path h="698500" w="803175">
                  <a:moveTo>
                    <a:pt x="795383" y="370912"/>
                  </a:moveTo>
                  <a:lnTo>
                    <a:pt x="617391" y="676838"/>
                  </a:lnTo>
                  <a:cubicBezTo>
                    <a:pt x="609587" y="690249"/>
                    <a:pt x="595241" y="698500"/>
                    <a:pt x="579725" y="698500"/>
                  </a:cubicBezTo>
                  <a:lnTo>
                    <a:pt x="223449" y="698500"/>
                  </a:lnTo>
                  <a:cubicBezTo>
                    <a:pt x="207933" y="698500"/>
                    <a:pt x="193587" y="690249"/>
                    <a:pt x="185783" y="676838"/>
                  </a:cubicBezTo>
                  <a:lnTo>
                    <a:pt x="7791" y="370912"/>
                  </a:lnTo>
                  <a:cubicBezTo>
                    <a:pt x="0" y="357522"/>
                    <a:pt x="0" y="340978"/>
                    <a:pt x="7791" y="327588"/>
                  </a:cubicBezTo>
                  <a:lnTo>
                    <a:pt x="185783" y="21662"/>
                  </a:lnTo>
                  <a:cubicBezTo>
                    <a:pt x="193587" y="8251"/>
                    <a:pt x="207933" y="0"/>
                    <a:pt x="223449" y="0"/>
                  </a:cubicBezTo>
                  <a:lnTo>
                    <a:pt x="579725" y="0"/>
                  </a:lnTo>
                  <a:cubicBezTo>
                    <a:pt x="595241" y="0"/>
                    <a:pt x="609587" y="8251"/>
                    <a:pt x="617391" y="21662"/>
                  </a:cubicBezTo>
                  <a:lnTo>
                    <a:pt x="795383" y="327588"/>
                  </a:lnTo>
                  <a:cubicBezTo>
                    <a:pt x="803174" y="340978"/>
                    <a:pt x="803174" y="357522"/>
                    <a:pt x="795383" y="370912"/>
                  </a:cubicBezTo>
                  <a:close/>
                </a:path>
              </a:pathLst>
            </a:custGeom>
            <a:solidFill>
              <a:srgbClr val="0096D6"/>
            </a:solidFill>
            <a:ln cap="rnd">
              <a:noFill/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573908" y="-4096368"/>
            <a:ext cx="8000049" cy="6875042"/>
            <a:chOff x="0" y="0"/>
            <a:chExt cx="812800" cy="6985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7ED957"/>
            </a:solidFill>
            <a:ln cap="rnd">
              <a:noFill/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5925325" y="440431"/>
            <a:ext cx="3297214" cy="2833543"/>
            <a:chOff x="0" y="0"/>
            <a:chExt cx="812800" cy="698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-988600" y="-658846"/>
            <a:ext cx="2966944" cy="2570115"/>
          </a:xfrm>
          <a:custGeom>
            <a:avLst/>
            <a:gdLst/>
            <a:ahLst/>
            <a:cxnLst/>
            <a:rect r="r" b="b" t="t" l="l"/>
            <a:pathLst>
              <a:path h="2570115" w="2966944">
                <a:moveTo>
                  <a:pt x="0" y="0"/>
                </a:moveTo>
                <a:lnTo>
                  <a:pt x="2966945" y="0"/>
                </a:lnTo>
                <a:lnTo>
                  <a:pt x="2966945" y="2570115"/>
                </a:lnTo>
                <a:lnTo>
                  <a:pt x="0" y="25701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-675504" y="10059862"/>
            <a:ext cx="1351009" cy="454277"/>
          </a:xfrm>
          <a:custGeom>
            <a:avLst/>
            <a:gdLst/>
            <a:ahLst/>
            <a:cxnLst/>
            <a:rect r="r" b="b" t="t" l="l"/>
            <a:pathLst>
              <a:path h="454277" w="1351009">
                <a:moveTo>
                  <a:pt x="0" y="0"/>
                </a:moveTo>
                <a:lnTo>
                  <a:pt x="1351008" y="0"/>
                </a:lnTo>
                <a:lnTo>
                  <a:pt x="1351008" y="454276"/>
                </a:lnTo>
                <a:lnTo>
                  <a:pt x="0" y="45427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3573908" y="-444369"/>
            <a:ext cx="1177504" cy="797759"/>
          </a:xfrm>
          <a:custGeom>
            <a:avLst/>
            <a:gdLst/>
            <a:ahLst/>
            <a:cxnLst/>
            <a:rect r="r" b="b" t="t" l="l"/>
            <a:pathLst>
              <a:path h="797759" w="1177504">
                <a:moveTo>
                  <a:pt x="0" y="0"/>
                </a:moveTo>
                <a:lnTo>
                  <a:pt x="1177504" y="0"/>
                </a:lnTo>
                <a:lnTo>
                  <a:pt x="1177504" y="797760"/>
                </a:lnTo>
                <a:lnTo>
                  <a:pt x="0" y="79776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-10800000">
            <a:off x="-308460" y="-75850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0"/>
                </a:moveTo>
                <a:lnTo>
                  <a:pt x="2164275" y="0"/>
                </a:lnTo>
                <a:lnTo>
                  <a:pt x="2164275" y="1111897"/>
                </a:lnTo>
                <a:lnTo>
                  <a:pt x="0" y="111189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true" rot="-10800000">
            <a:off x="16553467" y="997576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1111896"/>
                </a:moveTo>
                <a:lnTo>
                  <a:pt x="2164275" y="1111896"/>
                </a:lnTo>
                <a:lnTo>
                  <a:pt x="2164275" y="0"/>
                </a:lnTo>
                <a:lnTo>
                  <a:pt x="0" y="0"/>
                </a:lnTo>
                <a:lnTo>
                  <a:pt x="0" y="1111896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4282097" y="5697440"/>
            <a:ext cx="3286456" cy="3392470"/>
          </a:xfrm>
          <a:custGeom>
            <a:avLst/>
            <a:gdLst/>
            <a:ahLst/>
            <a:cxnLst/>
            <a:rect r="r" b="b" t="t" l="l"/>
            <a:pathLst>
              <a:path h="3392470" w="3286456">
                <a:moveTo>
                  <a:pt x="0" y="0"/>
                </a:moveTo>
                <a:lnTo>
                  <a:pt x="3286456" y="0"/>
                </a:lnTo>
                <a:lnTo>
                  <a:pt x="3286456" y="3392470"/>
                </a:lnTo>
                <a:lnTo>
                  <a:pt x="0" y="3392470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494873" y="5231092"/>
            <a:ext cx="4371633" cy="4114800"/>
          </a:xfrm>
          <a:custGeom>
            <a:avLst/>
            <a:gdLst/>
            <a:ahLst/>
            <a:cxnLst/>
            <a:rect r="r" b="b" t="t" l="l"/>
            <a:pathLst>
              <a:path h="4114800" w="4371633">
                <a:moveTo>
                  <a:pt x="0" y="0"/>
                </a:moveTo>
                <a:lnTo>
                  <a:pt x="4371633" y="0"/>
                </a:lnTo>
                <a:lnTo>
                  <a:pt x="437163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3719885" y="752089"/>
            <a:ext cx="10848231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❓ Issues, Facilitadores y Ajustes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042197" y="3178725"/>
            <a:ext cx="9558013" cy="49488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1006890" indent="-503445" lvl="1">
              <a:lnSpc>
                <a:spcPts val="6529"/>
              </a:lnSpc>
              <a:buFont typeface="Arial"/>
              <a:buChar char="•"/>
            </a:pPr>
            <a:r>
              <a:rPr lang="en-US" b="true" sz="4663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Cambio BB.DD.</a:t>
            </a:r>
          </a:p>
          <a:p>
            <a:pPr algn="ctr">
              <a:lnSpc>
                <a:spcPts val="6529"/>
              </a:lnSpc>
            </a:pPr>
          </a:p>
          <a:p>
            <a:pPr algn="ctr" marL="1006890" indent="-503445" lvl="1">
              <a:lnSpc>
                <a:spcPts val="6529"/>
              </a:lnSpc>
              <a:buFont typeface="Arial"/>
              <a:buChar char="•"/>
            </a:pPr>
            <a:r>
              <a:rPr lang="en-US" b="true" sz="4663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Respuestas poco claras del cliente</a:t>
            </a:r>
          </a:p>
          <a:p>
            <a:pPr algn="ctr">
              <a:lnSpc>
                <a:spcPts val="6529"/>
              </a:lnSpc>
            </a:pPr>
          </a:p>
          <a:p>
            <a:pPr algn="ctr" marL="1006890" indent="-503445" lvl="1">
              <a:lnSpc>
                <a:spcPts val="6529"/>
              </a:lnSpc>
              <a:buFont typeface="Arial"/>
              <a:buChar char="•"/>
            </a:pPr>
            <a:r>
              <a:rPr lang="en-US" b="true" sz="4663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Patente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3443720" y="3487034"/>
            <a:ext cx="10255006" cy="8812896"/>
            <a:chOff x="0" y="0"/>
            <a:chExt cx="812800" cy="6985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4929" y="0"/>
              <a:ext cx="802942" cy="698500"/>
            </a:xfrm>
            <a:custGeom>
              <a:avLst/>
              <a:gdLst/>
              <a:ahLst/>
              <a:cxnLst/>
              <a:rect r="r" b="b" t="t" l="l"/>
              <a:pathLst>
                <a:path h="698500" w="802942">
                  <a:moveTo>
                    <a:pt x="794963" y="371436"/>
                  </a:moveTo>
                  <a:lnTo>
                    <a:pt x="617579" y="676314"/>
                  </a:lnTo>
                  <a:cubicBezTo>
                    <a:pt x="609587" y="690050"/>
                    <a:pt x="594895" y="698500"/>
                    <a:pt x="579003" y="698500"/>
                  </a:cubicBezTo>
                  <a:lnTo>
                    <a:pt x="223939" y="698500"/>
                  </a:lnTo>
                  <a:cubicBezTo>
                    <a:pt x="208047" y="698500"/>
                    <a:pt x="193355" y="690050"/>
                    <a:pt x="185363" y="676314"/>
                  </a:cubicBezTo>
                  <a:lnTo>
                    <a:pt x="7979" y="371436"/>
                  </a:lnTo>
                  <a:cubicBezTo>
                    <a:pt x="0" y="357722"/>
                    <a:pt x="0" y="340778"/>
                    <a:pt x="7979" y="327064"/>
                  </a:cubicBezTo>
                  <a:lnTo>
                    <a:pt x="185363" y="22186"/>
                  </a:lnTo>
                  <a:cubicBezTo>
                    <a:pt x="193355" y="8450"/>
                    <a:pt x="208047" y="0"/>
                    <a:pt x="223939" y="0"/>
                  </a:cubicBezTo>
                  <a:lnTo>
                    <a:pt x="579003" y="0"/>
                  </a:lnTo>
                  <a:cubicBezTo>
                    <a:pt x="594895" y="0"/>
                    <a:pt x="609587" y="8450"/>
                    <a:pt x="617579" y="22186"/>
                  </a:cubicBezTo>
                  <a:lnTo>
                    <a:pt x="794963" y="327064"/>
                  </a:lnTo>
                  <a:cubicBezTo>
                    <a:pt x="802942" y="340778"/>
                    <a:pt x="802942" y="357722"/>
                    <a:pt x="794963" y="371436"/>
                  </a:cubicBezTo>
                  <a:close/>
                </a:path>
              </a:pathLst>
            </a:custGeom>
            <a:solidFill>
              <a:srgbClr val="16578D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true" rot="0">
            <a:off x="9562753" y="9348534"/>
            <a:ext cx="3759752" cy="3332081"/>
          </a:xfrm>
          <a:custGeom>
            <a:avLst/>
            <a:gdLst/>
            <a:ahLst/>
            <a:cxnLst/>
            <a:rect r="r" b="b" t="t" l="l"/>
            <a:pathLst>
              <a:path h="3332081" w="3759752">
                <a:moveTo>
                  <a:pt x="0" y="3332081"/>
                </a:moveTo>
                <a:lnTo>
                  <a:pt x="3759752" y="3332081"/>
                </a:lnTo>
                <a:lnTo>
                  <a:pt x="3759752" y="0"/>
                </a:lnTo>
                <a:lnTo>
                  <a:pt x="0" y="0"/>
                </a:lnTo>
                <a:lnTo>
                  <a:pt x="0" y="3332081"/>
                </a:lnTo>
                <a:close/>
              </a:path>
            </a:pathLst>
          </a:custGeom>
          <a:blipFill>
            <a:blip r:embed="rId3">
              <a:alphaModFix amt="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7038415" y="3810817"/>
            <a:ext cx="3389686" cy="2665365"/>
            <a:chOff x="0" y="0"/>
            <a:chExt cx="696717" cy="5478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8289" y="0"/>
              <a:ext cx="680138" cy="547840"/>
            </a:xfrm>
            <a:custGeom>
              <a:avLst/>
              <a:gdLst/>
              <a:ahLst/>
              <a:cxnLst/>
              <a:rect r="r" b="b" t="t" l="l"/>
              <a:pathLst>
                <a:path h="547840" w="680138">
                  <a:moveTo>
                    <a:pt x="668016" y="301435"/>
                  </a:moveTo>
                  <a:lnTo>
                    <a:pt x="505639" y="520325"/>
                  </a:lnTo>
                  <a:cubicBezTo>
                    <a:pt x="492799" y="537634"/>
                    <a:pt x="472520" y="547840"/>
                    <a:pt x="450968" y="547840"/>
                  </a:cubicBezTo>
                  <a:lnTo>
                    <a:pt x="229170" y="547840"/>
                  </a:lnTo>
                  <a:cubicBezTo>
                    <a:pt x="207619" y="547840"/>
                    <a:pt x="187340" y="537634"/>
                    <a:pt x="174500" y="520325"/>
                  </a:cubicBezTo>
                  <a:lnTo>
                    <a:pt x="12122" y="301435"/>
                  </a:lnTo>
                  <a:cubicBezTo>
                    <a:pt x="0" y="285094"/>
                    <a:pt x="0" y="262745"/>
                    <a:pt x="12122" y="246405"/>
                  </a:cubicBezTo>
                  <a:lnTo>
                    <a:pt x="174500" y="27515"/>
                  </a:lnTo>
                  <a:cubicBezTo>
                    <a:pt x="187340" y="10206"/>
                    <a:pt x="207619" y="0"/>
                    <a:pt x="229170" y="0"/>
                  </a:cubicBezTo>
                  <a:lnTo>
                    <a:pt x="450968" y="0"/>
                  </a:lnTo>
                  <a:cubicBezTo>
                    <a:pt x="472520" y="0"/>
                    <a:pt x="492799" y="10206"/>
                    <a:pt x="505639" y="27515"/>
                  </a:cubicBezTo>
                  <a:lnTo>
                    <a:pt x="668016" y="246405"/>
                  </a:lnTo>
                  <a:cubicBezTo>
                    <a:pt x="680138" y="262745"/>
                    <a:pt x="680138" y="285094"/>
                    <a:pt x="668016" y="301435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114300" y="-47625"/>
              <a:ext cx="468117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7353578">
            <a:off x="1207125" y="8414815"/>
            <a:ext cx="6279545" cy="1610757"/>
          </a:xfrm>
          <a:custGeom>
            <a:avLst/>
            <a:gdLst/>
            <a:ahLst/>
            <a:cxnLst/>
            <a:rect r="r" b="b" t="t" l="l"/>
            <a:pathLst>
              <a:path h="1610757" w="6279545">
                <a:moveTo>
                  <a:pt x="0" y="0"/>
                </a:moveTo>
                <a:lnTo>
                  <a:pt x="6279545" y="0"/>
                </a:lnTo>
                <a:lnTo>
                  <a:pt x="6279545" y="1610757"/>
                </a:lnTo>
                <a:lnTo>
                  <a:pt x="0" y="16107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5000"/>
            </a:blip>
            <a:stretch>
              <a:fillRect l="0" t="-1167" r="0" b="-1167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978345" y="6920033"/>
            <a:ext cx="3730241" cy="3205676"/>
            <a:chOff x="0" y="0"/>
            <a:chExt cx="812800" cy="6985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3587" y="0"/>
              <a:ext cx="805626" cy="698500"/>
            </a:xfrm>
            <a:custGeom>
              <a:avLst/>
              <a:gdLst/>
              <a:ahLst/>
              <a:cxnLst/>
              <a:rect r="r" b="b" t="t" l="l"/>
              <a:pathLst>
                <a:path h="698500" w="805626">
                  <a:moveTo>
                    <a:pt x="799819" y="365395"/>
                  </a:moveTo>
                  <a:lnTo>
                    <a:pt x="615407" y="682355"/>
                  </a:lnTo>
                  <a:cubicBezTo>
                    <a:pt x="609591" y="692351"/>
                    <a:pt x="598899" y="698500"/>
                    <a:pt x="587334" y="698500"/>
                  </a:cubicBezTo>
                  <a:lnTo>
                    <a:pt x="218292" y="698500"/>
                  </a:lnTo>
                  <a:cubicBezTo>
                    <a:pt x="206727" y="698500"/>
                    <a:pt x="196035" y="692351"/>
                    <a:pt x="190219" y="682355"/>
                  </a:cubicBezTo>
                  <a:lnTo>
                    <a:pt x="5807" y="365395"/>
                  </a:lnTo>
                  <a:cubicBezTo>
                    <a:pt x="0" y="355415"/>
                    <a:pt x="0" y="343085"/>
                    <a:pt x="5807" y="333105"/>
                  </a:cubicBezTo>
                  <a:lnTo>
                    <a:pt x="190219" y="16145"/>
                  </a:lnTo>
                  <a:cubicBezTo>
                    <a:pt x="196035" y="6149"/>
                    <a:pt x="206727" y="0"/>
                    <a:pt x="218292" y="0"/>
                  </a:cubicBezTo>
                  <a:lnTo>
                    <a:pt x="587334" y="0"/>
                  </a:lnTo>
                  <a:cubicBezTo>
                    <a:pt x="598899" y="0"/>
                    <a:pt x="609591" y="6149"/>
                    <a:pt x="615407" y="16145"/>
                  </a:cubicBezTo>
                  <a:lnTo>
                    <a:pt x="799819" y="333105"/>
                  </a:lnTo>
                  <a:cubicBezTo>
                    <a:pt x="805626" y="343085"/>
                    <a:pt x="805626" y="355415"/>
                    <a:pt x="799819" y="365395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071028" y="-6247280"/>
            <a:ext cx="10502929" cy="9025955"/>
            <a:chOff x="0" y="0"/>
            <a:chExt cx="812800" cy="6985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4813" y="0"/>
              <a:ext cx="803175" cy="698500"/>
            </a:xfrm>
            <a:custGeom>
              <a:avLst/>
              <a:gdLst/>
              <a:ahLst/>
              <a:cxnLst/>
              <a:rect r="r" b="b" t="t" l="l"/>
              <a:pathLst>
                <a:path h="698500" w="803175">
                  <a:moveTo>
                    <a:pt x="795383" y="370912"/>
                  </a:moveTo>
                  <a:lnTo>
                    <a:pt x="617391" y="676838"/>
                  </a:lnTo>
                  <a:cubicBezTo>
                    <a:pt x="609587" y="690249"/>
                    <a:pt x="595241" y="698500"/>
                    <a:pt x="579725" y="698500"/>
                  </a:cubicBezTo>
                  <a:lnTo>
                    <a:pt x="223449" y="698500"/>
                  </a:lnTo>
                  <a:cubicBezTo>
                    <a:pt x="207933" y="698500"/>
                    <a:pt x="193587" y="690249"/>
                    <a:pt x="185783" y="676838"/>
                  </a:cubicBezTo>
                  <a:lnTo>
                    <a:pt x="7791" y="370912"/>
                  </a:lnTo>
                  <a:cubicBezTo>
                    <a:pt x="0" y="357522"/>
                    <a:pt x="0" y="340978"/>
                    <a:pt x="7791" y="327588"/>
                  </a:cubicBezTo>
                  <a:lnTo>
                    <a:pt x="185783" y="21662"/>
                  </a:lnTo>
                  <a:cubicBezTo>
                    <a:pt x="193587" y="8251"/>
                    <a:pt x="207933" y="0"/>
                    <a:pt x="223449" y="0"/>
                  </a:cubicBezTo>
                  <a:lnTo>
                    <a:pt x="579725" y="0"/>
                  </a:lnTo>
                  <a:cubicBezTo>
                    <a:pt x="595241" y="0"/>
                    <a:pt x="609587" y="8251"/>
                    <a:pt x="617391" y="21662"/>
                  </a:cubicBezTo>
                  <a:lnTo>
                    <a:pt x="795383" y="327588"/>
                  </a:lnTo>
                  <a:cubicBezTo>
                    <a:pt x="803174" y="340978"/>
                    <a:pt x="803174" y="357522"/>
                    <a:pt x="795383" y="370912"/>
                  </a:cubicBezTo>
                  <a:close/>
                </a:path>
              </a:pathLst>
            </a:custGeom>
            <a:solidFill>
              <a:srgbClr val="0096D6"/>
            </a:solidFill>
            <a:ln cap="rnd">
              <a:noFill/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573908" y="-4096368"/>
            <a:ext cx="8000049" cy="6875042"/>
            <a:chOff x="0" y="0"/>
            <a:chExt cx="812800" cy="6985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6318" y="0"/>
              <a:ext cx="800164" cy="698500"/>
            </a:xfrm>
            <a:custGeom>
              <a:avLst/>
              <a:gdLst/>
              <a:ahLst/>
              <a:cxnLst/>
              <a:rect r="r" b="b" t="t" l="l"/>
              <a:pathLst>
                <a:path h="698500" w="800164">
                  <a:moveTo>
                    <a:pt x="789935" y="377690"/>
                  </a:moveTo>
                  <a:lnTo>
                    <a:pt x="619829" y="670060"/>
                  </a:lnTo>
                  <a:cubicBezTo>
                    <a:pt x="609584" y="687668"/>
                    <a:pt x="590750" y="698500"/>
                    <a:pt x="570379" y="698500"/>
                  </a:cubicBezTo>
                  <a:lnTo>
                    <a:pt x="229785" y="698500"/>
                  </a:lnTo>
                  <a:cubicBezTo>
                    <a:pt x="209414" y="698500"/>
                    <a:pt x="190580" y="687668"/>
                    <a:pt x="180335" y="670060"/>
                  </a:cubicBezTo>
                  <a:lnTo>
                    <a:pt x="10229" y="377690"/>
                  </a:lnTo>
                  <a:cubicBezTo>
                    <a:pt x="0" y="360109"/>
                    <a:pt x="0" y="338391"/>
                    <a:pt x="10229" y="320810"/>
                  </a:cubicBezTo>
                  <a:lnTo>
                    <a:pt x="180335" y="28440"/>
                  </a:lnTo>
                  <a:cubicBezTo>
                    <a:pt x="190580" y="10832"/>
                    <a:pt x="209414" y="0"/>
                    <a:pt x="229785" y="0"/>
                  </a:cubicBezTo>
                  <a:lnTo>
                    <a:pt x="570379" y="0"/>
                  </a:lnTo>
                  <a:cubicBezTo>
                    <a:pt x="590750" y="0"/>
                    <a:pt x="609584" y="10832"/>
                    <a:pt x="619829" y="28440"/>
                  </a:cubicBezTo>
                  <a:lnTo>
                    <a:pt x="789935" y="320810"/>
                  </a:lnTo>
                  <a:cubicBezTo>
                    <a:pt x="800164" y="338391"/>
                    <a:pt x="800164" y="360109"/>
                    <a:pt x="789935" y="377690"/>
                  </a:cubicBezTo>
                  <a:close/>
                </a:path>
              </a:pathLst>
            </a:custGeom>
            <a:solidFill>
              <a:srgbClr val="7ED957"/>
            </a:solidFill>
            <a:ln cap="rnd">
              <a:noFill/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5925325" y="440431"/>
            <a:ext cx="3297214" cy="2833543"/>
            <a:chOff x="0" y="0"/>
            <a:chExt cx="812800" cy="698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4058" y="0"/>
              <a:ext cx="804684" cy="698500"/>
            </a:xfrm>
            <a:custGeom>
              <a:avLst/>
              <a:gdLst/>
              <a:ahLst/>
              <a:cxnLst/>
              <a:rect r="r" b="b" t="t" l="l"/>
              <a:pathLst>
                <a:path h="698500" w="804684">
                  <a:moveTo>
                    <a:pt x="798115" y="367516"/>
                  </a:moveTo>
                  <a:lnTo>
                    <a:pt x="616169" y="680234"/>
                  </a:lnTo>
                  <a:cubicBezTo>
                    <a:pt x="609590" y="691543"/>
                    <a:pt x="597493" y="698500"/>
                    <a:pt x="584410" y="698500"/>
                  </a:cubicBezTo>
                  <a:lnTo>
                    <a:pt x="220274" y="698500"/>
                  </a:lnTo>
                  <a:cubicBezTo>
                    <a:pt x="207191" y="698500"/>
                    <a:pt x="195094" y="691543"/>
                    <a:pt x="188515" y="680234"/>
                  </a:cubicBezTo>
                  <a:lnTo>
                    <a:pt x="6569" y="367516"/>
                  </a:lnTo>
                  <a:cubicBezTo>
                    <a:pt x="0" y="356225"/>
                    <a:pt x="0" y="342275"/>
                    <a:pt x="6569" y="330984"/>
                  </a:cubicBezTo>
                  <a:lnTo>
                    <a:pt x="188515" y="18266"/>
                  </a:lnTo>
                  <a:cubicBezTo>
                    <a:pt x="195094" y="6957"/>
                    <a:pt x="207191" y="0"/>
                    <a:pt x="220274" y="0"/>
                  </a:cubicBezTo>
                  <a:lnTo>
                    <a:pt x="584410" y="0"/>
                  </a:lnTo>
                  <a:cubicBezTo>
                    <a:pt x="597493" y="0"/>
                    <a:pt x="609590" y="6957"/>
                    <a:pt x="616169" y="18266"/>
                  </a:cubicBezTo>
                  <a:lnTo>
                    <a:pt x="798115" y="330984"/>
                  </a:lnTo>
                  <a:cubicBezTo>
                    <a:pt x="804684" y="342275"/>
                    <a:pt x="804684" y="356225"/>
                    <a:pt x="798115" y="367516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gradFill>
                <a:gsLst>
                  <a:gs pos="0">
                    <a:srgbClr val="FFFFFF">
                      <a:alpha val="10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00"/>
              </a:gra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-988600" y="-658846"/>
            <a:ext cx="2966944" cy="2570115"/>
          </a:xfrm>
          <a:custGeom>
            <a:avLst/>
            <a:gdLst/>
            <a:ahLst/>
            <a:cxnLst/>
            <a:rect r="r" b="b" t="t" l="l"/>
            <a:pathLst>
              <a:path h="2570115" w="2966944">
                <a:moveTo>
                  <a:pt x="0" y="0"/>
                </a:moveTo>
                <a:lnTo>
                  <a:pt x="2966945" y="0"/>
                </a:lnTo>
                <a:lnTo>
                  <a:pt x="2966945" y="2570115"/>
                </a:lnTo>
                <a:lnTo>
                  <a:pt x="0" y="25701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-675504" y="10059862"/>
            <a:ext cx="1351009" cy="454277"/>
          </a:xfrm>
          <a:custGeom>
            <a:avLst/>
            <a:gdLst/>
            <a:ahLst/>
            <a:cxnLst/>
            <a:rect r="r" b="b" t="t" l="l"/>
            <a:pathLst>
              <a:path h="454277" w="1351009">
                <a:moveTo>
                  <a:pt x="0" y="0"/>
                </a:moveTo>
                <a:lnTo>
                  <a:pt x="1351008" y="0"/>
                </a:lnTo>
                <a:lnTo>
                  <a:pt x="1351008" y="454276"/>
                </a:lnTo>
                <a:lnTo>
                  <a:pt x="0" y="45427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3573908" y="-444369"/>
            <a:ext cx="1177504" cy="797759"/>
          </a:xfrm>
          <a:custGeom>
            <a:avLst/>
            <a:gdLst/>
            <a:ahLst/>
            <a:cxnLst/>
            <a:rect r="r" b="b" t="t" l="l"/>
            <a:pathLst>
              <a:path h="797759" w="1177504">
                <a:moveTo>
                  <a:pt x="0" y="0"/>
                </a:moveTo>
                <a:lnTo>
                  <a:pt x="1177504" y="0"/>
                </a:lnTo>
                <a:lnTo>
                  <a:pt x="1177504" y="797760"/>
                </a:lnTo>
                <a:lnTo>
                  <a:pt x="0" y="79776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-10800000">
            <a:off x="-308460" y="-75850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0"/>
                </a:moveTo>
                <a:lnTo>
                  <a:pt x="2164275" y="0"/>
                </a:lnTo>
                <a:lnTo>
                  <a:pt x="2164275" y="1111897"/>
                </a:lnTo>
                <a:lnTo>
                  <a:pt x="0" y="111189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true" rot="-10800000">
            <a:off x="16553467" y="9975766"/>
            <a:ext cx="2164275" cy="1111896"/>
          </a:xfrm>
          <a:custGeom>
            <a:avLst/>
            <a:gdLst/>
            <a:ahLst/>
            <a:cxnLst/>
            <a:rect r="r" b="b" t="t" l="l"/>
            <a:pathLst>
              <a:path h="1111896" w="2164275">
                <a:moveTo>
                  <a:pt x="0" y="1111896"/>
                </a:moveTo>
                <a:lnTo>
                  <a:pt x="2164275" y="1111896"/>
                </a:lnTo>
                <a:lnTo>
                  <a:pt x="2164275" y="0"/>
                </a:lnTo>
                <a:lnTo>
                  <a:pt x="0" y="0"/>
                </a:lnTo>
                <a:lnTo>
                  <a:pt x="0" y="1111896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4282097" y="5697440"/>
            <a:ext cx="3286456" cy="3392470"/>
          </a:xfrm>
          <a:custGeom>
            <a:avLst/>
            <a:gdLst/>
            <a:ahLst/>
            <a:cxnLst/>
            <a:rect r="r" b="b" t="t" l="l"/>
            <a:pathLst>
              <a:path h="3392470" w="3286456">
                <a:moveTo>
                  <a:pt x="0" y="0"/>
                </a:moveTo>
                <a:lnTo>
                  <a:pt x="3286456" y="0"/>
                </a:lnTo>
                <a:lnTo>
                  <a:pt x="3286456" y="3392470"/>
                </a:lnTo>
                <a:lnTo>
                  <a:pt x="0" y="3392470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494873" y="5231092"/>
            <a:ext cx="4371633" cy="4114800"/>
          </a:xfrm>
          <a:custGeom>
            <a:avLst/>
            <a:gdLst/>
            <a:ahLst/>
            <a:cxnLst/>
            <a:rect r="r" b="b" t="t" l="l"/>
            <a:pathLst>
              <a:path h="4114800" w="4371633">
                <a:moveTo>
                  <a:pt x="0" y="0"/>
                </a:moveTo>
                <a:lnTo>
                  <a:pt x="4371633" y="0"/>
                </a:lnTo>
                <a:lnTo>
                  <a:pt x="437163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6715450" y="4079311"/>
            <a:ext cx="6221164" cy="2734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🚀 Próximos Pasos</a:t>
            </a:r>
          </a:p>
          <a:p>
            <a:pPr algn="ctr">
              <a:lnSpc>
                <a:spcPts val="7279"/>
              </a:lnSpc>
            </a:pPr>
          </a:p>
          <a:p>
            <a:pPr algn="ctr">
              <a:lnSpc>
                <a:spcPts val="7279"/>
              </a:lnSpc>
            </a:pP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966011" y="4395746"/>
            <a:ext cx="3859024" cy="3342880"/>
          </a:xfrm>
          <a:custGeom>
            <a:avLst/>
            <a:gdLst/>
            <a:ahLst/>
            <a:cxnLst/>
            <a:rect r="r" b="b" t="t" l="l"/>
            <a:pathLst>
              <a:path h="3342880" w="3859024">
                <a:moveTo>
                  <a:pt x="0" y="0"/>
                </a:moveTo>
                <a:lnTo>
                  <a:pt x="3859025" y="0"/>
                </a:lnTo>
                <a:lnTo>
                  <a:pt x="3859025" y="3342879"/>
                </a:lnTo>
                <a:lnTo>
                  <a:pt x="0" y="334287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9914944" y="1891834"/>
            <a:ext cx="10058175" cy="8758373"/>
            <a:chOff x="0" y="0"/>
            <a:chExt cx="802162" cy="6985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5025" y="0"/>
              <a:ext cx="792111" cy="698500"/>
            </a:xfrm>
            <a:custGeom>
              <a:avLst/>
              <a:gdLst/>
              <a:ahLst/>
              <a:cxnLst/>
              <a:rect r="r" b="b" t="t" l="l"/>
              <a:pathLst>
                <a:path h="698500" w="792111">
                  <a:moveTo>
                    <a:pt x="783976" y="371870"/>
                  </a:moveTo>
                  <a:lnTo>
                    <a:pt x="607098" y="675880"/>
                  </a:lnTo>
                  <a:cubicBezTo>
                    <a:pt x="598950" y="689884"/>
                    <a:pt x="583969" y="698500"/>
                    <a:pt x="567767" y="698500"/>
                  </a:cubicBezTo>
                  <a:lnTo>
                    <a:pt x="224345" y="698500"/>
                  </a:lnTo>
                  <a:cubicBezTo>
                    <a:pt x="208143" y="698500"/>
                    <a:pt x="193162" y="689884"/>
                    <a:pt x="185014" y="675880"/>
                  </a:cubicBezTo>
                  <a:lnTo>
                    <a:pt x="8136" y="371870"/>
                  </a:lnTo>
                  <a:cubicBezTo>
                    <a:pt x="0" y="357887"/>
                    <a:pt x="0" y="340613"/>
                    <a:pt x="8136" y="326630"/>
                  </a:cubicBezTo>
                  <a:lnTo>
                    <a:pt x="185014" y="22620"/>
                  </a:lnTo>
                  <a:cubicBezTo>
                    <a:pt x="193162" y="8616"/>
                    <a:pt x="208143" y="0"/>
                    <a:pt x="224345" y="0"/>
                  </a:cubicBezTo>
                  <a:lnTo>
                    <a:pt x="567767" y="0"/>
                  </a:lnTo>
                  <a:cubicBezTo>
                    <a:pt x="583969" y="0"/>
                    <a:pt x="598950" y="8616"/>
                    <a:pt x="607098" y="22620"/>
                  </a:cubicBezTo>
                  <a:lnTo>
                    <a:pt x="783976" y="326630"/>
                  </a:lnTo>
                  <a:cubicBezTo>
                    <a:pt x="792112" y="340613"/>
                    <a:pt x="792112" y="357887"/>
                    <a:pt x="783976" y="371870"/>
                  </a:cubicBezTo>
                  <a:close/>
                </a:path>
              </a:pathLst>
            </a:custGeom>
            <a:solidFill>
              <a:srgbClr val="0096D6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114300" y="-47625"/>
              <a:ext cx="573562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3125550" y="-3296953"/>
            <a:ext cx="8555124" cy="4688015"/>
            <a:chOff x="0" y="0"/>
            <a:chExt cx="999749" cy="5478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3284" y="0"/>
              <a:ext cx="993180" cy="547840"/>
            </a:xfrm>
            <a:custGeom>
              <a:avLst/>
              <a:gdLst/>
              <a:ahLst/>
              <a:cxnLst/>
              <a:rect r="r" b="b" t="t" l="l"/>
              <a:pathLst>
                <a:path h="547840" w="993180">
                  <a:moveTo>
                    <a:pt x="988377" y="284822"/>
                  </a:moveTo>
                  <a:lnTo>
                    <a:pt x="801352" y="536938"/>
                  </a:lnTo>
                  <a:cubicBezTo>
                    <a:pt x="796264" y="543796"/>
                    <a:pt x="788230" y="547840"/>
                    <a:pt x="779690" y="547840"/>
                  </a:cubicBezTo>
                  <a:lnTo>
                    <a:pt x="213490" y="547840"/>
                  </a:lnTo>
                  <a:cubicBezTo>
                    <a:pt x="204951" y="547840"/>
                    <a:pt x="196916" y="543796"/>
                    <a:pt x="191829" y="536938"/>
                  </a:cubicBezTo>
                  <a:lnTo>
                    <a:pt x="4803" y="284822"/>
                  </a:lnTo>
                  <a:cubicBezTo>
                    <a:pt x="0" y="278347"/>
                    <a:pt x="0" y="269492"/>
                    <a:pt x="4803" y="263018"/>
                  </a:cubicBezTo>
                  <a:lnTo>
                    <a:pt x="191829" y="10902"/>
                  </a:lnTo>
                  <a:cubicBezTo>
                    <a:pt x="196916" y="4044"/>
                    <a:pt x="204951" y="0"/>
                    <a:pt x="213490" y="0"/>
                  </a:cubicBezTo>
                  <a:lnTo>
                    <a:pt x="779690" y="0"/>
                  </a:lnTo>
                  <a:cubicBezTo>
                    <a:pt x="788230" y="0"/>
                    <a:pt x="796264" y="4044"/>
                    <a:pt x="801352" y="10902"/>
                  </a:cubicBezTo>
                  <a:lnTo>
                    <a:pt x="988377" y="263018"/>
                  </a:lnTo>
                  <a:cubicBezTo>
                    <a:pt x="993180" y="269492"/>
                    <a:pt x="993180" y="278347"/>
                    <a:pt x="988377" y="284822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114300" y="-47625"/>
              <a:ext cx="771149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-3050398" y="6914292"/>
            <a:ext cx="8555124" cy="4688015"/>
            <a:chOff x="0" y="0"/>
            <a:chExt cx="999749" cy="5478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3284" y="0"/>
              <a:ext cx="993180" cy="547840"/>
            </a:xfrm>
            <a:custGeom>
              <a:avLst/>
              <a:gdLst/>
              <a:ahLst/>
              <a:cxnLst/>
              <a:rect r="r" b="b" t="t" l="l"/>
              <a:pathLst>
                <a:path h="547840" w="993180">
                  <a:moveTo>
                    <a:pt x="988377" y="284822"/>
                  </a:moveTo>
                  <a:lnTo>
                    <a:pt x="801352" y="536938"/>
                  </a:lnTo>
                  <a:cubicBezTo>
                    <a:pt x="796264" y="543796"/>
                    <a:pt x="788230" y="547840"/>
                    <a:pt x="779690" y="547840"/>
                  </a:cubicBezTo>
                  <a:lnTo>
                    <a:pt x="213490" y="547840"/>
                  </a:lnTo>
                  <a:cubicBezTo>
                    <a:pt x="204951" y="547840"/>
                    <a:pt x="196916" y="543796"/>
                    <a:pt x="191829" y="536938"/>
                  </a:cubicBezTo>
                  <a:lnTo>
                    <a:pt x="4803" y="284822"/>
                  </a:lnTo>
                  <a:cubicBezTo>
                    <a:pt x="0" y="278347"/>
                    <a:pt x="0" y="269492"/>
                    <a:pt x="4803" y="263018"/>
                  </a:cubicBezTo>
                  <a:lnTo>
                    <a:pt x="191829" y="10902"/>
                  </a:lnTo>
                  <a:cubicBezTo>
                    <a:pt x="196916" y="4044"/>
                    <a:pt x="204951" y="0"/>
                    <a:pt x="213490" y="0"/>
                  </a:cubicBezTo>
                  <a:lnTo>
                    <a:pt x="779690" y="0"/>
                  </a:lnTo>
                  <a:cubicBezTo>
                    <a:pt x="788230" y="0"/>
                    <a:pt x="796264" y="4044"/>
                    <a:pt x="801352" y="10902"/>
                  </a:cubicBezTo>
                  <a:lnTo>
                    <a:pt x="988377" y="263018"/>
                  </a:lnTo>
                  <a:cubicBezTo>
                    <a:pt x="993180" y="269492"/>
                    <a:pt x="993180" y="278347"/>
                    <a:pt x="988377" y="284822"/>
                  </a:cubicBezTo>
                  <a:close/>
                </a:path>
              </a:pathLst>
            </a:custGeom>
            <a:solidFill>
              <a:srgbClr val="243B55">
                <a:alpha val="4706"/>
              </a:srgbClr>
            </a:solidFill>
            <a:ln cap="sq">
              <a:noFill/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114300" y="-47625"/>
              <a:ext cx="771149" cy="5954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895523" y="-826130"/>
            <a:ext cx="10502929" cy="9025955"/>
            <a:chOff x="0" y="0"/>
            <a:chExt cx="812800" cy="6985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4813" y="0"/>
              <a:ext cx="803175" cy="698500"/>
            </a:xfrm>
            <a:custGeom>
              <a:avLst/>
              <a:gdLst/>
              <a:ahLst/>
              <a:cxnLst/>
              <a:rect r="r" b="b" t="t" l="l"/>
              <a:pathLst>
                <a:path h="698500" w="803175">
                  <a:moveTo>
                    <a:pt x="795383" y="370912"/>
                  </a:moveTo>
                  <a:lnTo>
                    <a:pt x="617391" y="676838"/>
                  </a:lnTo>
                  <a:cubicBezTo>
                    <a:pt x="609587" y="690249"/>
                    <a:pt x="595241" y="698500"/>
                    <a:pt x="579725" y="698500"/>
                  </a:cubicBezTo>
                  <a:lnTo>
                    <a:pt x="223449" y="698500"/>
                  </a:lnTo>
                  <a:cubicBezTo>
                    <a:pt x="207933" y="698500"/>
                    <a:pt x="193587" y="690249"/>
                    <a:pt x="185783" y="676838"/>
                  </a:cubicBezTo>
                  <a:lnTo>
                    <a:pt x="7791" y="370912"/>
                  </a:lnTo>
                  <a:cubicBezTo>
                    <a:pt x="0" y="357522"/>
                    <a:pt x="0" y="340978"/>
                    <a:pt x="7791" y="327588"/>
                  </a:cubicBezTo>
                  <a:lnTo>
                    <a:pt x="185783" y="21662"/>
                  </a:lnTo>
                  <a:cubicBezTo>
                    <a:pt x="193587" y="8251"/>
                    <a:pt x="207933" y="0"/>
                    <a:pt x="223449" y="0"/>
                  </a:cubicBezTo>
                  <a:lnTo>
                    <a:pt x="579725" y="0"/>
                  </a:lnTo>
                  <a:cubicBezTo>
                    <a:pt x="595241" y="0"/>
                    <a:pt x="609587" y="8251"/>
                    <a:pt x="617391" y="21662"/>
                  </a:cubicBezTo>
                  <a:lnTo>
                    <a:pt x="795383" y="327588"/>
                  </a:lnTo>
                  <a:cubicBezTo>
                    <a:pt x="803174" y="340978"/>
                    <a:pt x="803174" y="357522"/>
                    <a:pt x="795383" y="370912"/>
                  </a:cubicBez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114300" y="-47625"/>
              <a:ext cx="584200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-2040384" y="7905069"/>
            <a:ext cx="12935908" cy="5977256"/>
            <a:chOff x="0" y="0"/>
            <a:chExt cx="1511686" cy="6985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3907" y="0"/>
              <a:ext cx="1503871" cy="698500"/>
            </a:xfrm>
            <a:custGeom>
              <a:avLst/>
              <a:gdLst/>
              <a:ahLst/>
              <a:cxnLst/>
              <a:rect r="r" b="b" t="t" l="l"/>
              <a:pathLst>
                <a:path h="698500" w="1503871">
                  <a:moveTo>
                    <a:pt x="1497545" y="366838"/>
                  </a:moveTo>
                  <a:lnTo>
                    <a:pt x="1314812" y="680912"/>
                  </a:lnTo>
                  <a:cubicBezTo>
                    <a:pt x="1308476" y="691801"/>
                    <a:pt x="1296828" y="698500"/>
                    <a:pt x="1284230" y="698500"/>
                  </a:cubicBezTo>
                  <a:lnTo>
                    <a:pt x="219641" y="698500"/>
                  </a:lnTo>
                  <a:cubicBezTo>
                    <a:pt x="207043" y="698500"/>
                    <a:pt x="195395" y="691801"/>
                    <a:pt x="189060" y="680912"/>
                  </a:cubicBezTo>
                  <a:lnTo>
                    <a:pt x="6326" y="366838"/>
                  </a:lnTo>
                  <a:cubicBezTo>
                    <a:pt x="0" y="355966"/>
                    <a:pt x="0" y="342534"/>
                    <a:pt x="6326" y="331662"/>
                  </a:cubicBezTo>
                  <a:lnTo>
                    <a:pt x="189060" y="17588"/>
                  </a:lnTo>
                  <a:cubicBezTo>
                    <a:pt x="195395" y="6699"/>
                    <a:pt x="207043" y="0"/>
                    <a:pt x="219641" y="0"/>
                  </a:cubicBezTo>
                  <a:lnTo>
                    <a:pt x="1284230" y="0"/>
                  </a:lnTo>
                  <a:cubicBezTo>
                    <a:pt x="1296828" y="0"/>
                    <a:pt x="1308476" y="6699"/>
                    <a:pt x="1314812" y="17588"/>
                  </a:cubicBezTo>
                  <a:lnTo>
                    <a:pt x="1497545" y="331662"/>
                  </a:lnTo>
                  <a:cubicBezTo>
                    <a:pt x="1503871" y="342534"/>
                    <a:pt x="1503871" y="355966"/>
                    <a:pt x="1497545" y="366838"/>
                  </a:cubicBezTo>
                  <a:close/>
                </a:path>
              </a:pathLst>
            </a:custGeom>
            <a:solidFill>
              <a:srgbClr val="28458E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114300" y="-47625"/>
              <a:ext cx="1283086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-3739819" y="-3814758"/>
            <a:ext cx="12935908" cy="5977256"/>
            <a:chOff x="0" y="0"/>
            <a:chExt cx="1511686" cy="6985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3907" y="0"/>
              <a:ext cx="1503871" cy="698500"/>
            </a:xfrm>
            <a:custGeom>
              <a:avLst/>
              <a:gdLst/>
              <a:ahLst/>
              <a:cxnLst/>
              <a:rect r="r" b="b" t="t" l="l"/>
              <a:pathLst>
                <a:path h="698500" w="1503871">
                  <a:moveTo>
                    <a:pt x="1497545" y="366838"/>
                  </a:moveTo>
                  <a:lnTo>
                    <a:pt x="1314812" y="680912"/>
                  </a:lnTo>
                  <a:cubicBezTo>
                    <a:pt x="1308476" y="691801"/>
                    <a:pt x="1296828" y="698500"/>
                    <a:pt x="1284230" y="698500"/>
                  </a:cubicBezTo>
                  <a:lnTo>
                    <a:pt x="219641" y="698500"/>
                  </a:lnTo>
                  <a:cubicBezTo>
                    <a:pt x="207043" y="698500"/>
                    <a:pt x="195395" y="691801"/>
                    <a:pt x="189060" y="680912"/>
                  </a:cubicBezTo>
                  <a:lnTo>
                    <a:pt x="6326" y="366838"/>
                  </a:lnTo>
                  <a:cubicBezTo>
                    <a:pt x="0" y="355966"/>
                    <a:pt x="0" y="342534"/>
                    <a:pt x="6326" y="331662"/>
                  </a:cubicBezTo>
                  <a:lnTo>
                    <a:pt x="189060" y="17588"/>
                  </a:lnTo>
                  <a:cubicBezTo>
                    <a:pt x="195395" y="6699"/>
                    <a:pt x="207043" y="0"/>
                    <a:pt x="219641" y="0"/>
                  </a:cubicBezTo>
                  <a:lnTo>
                    <a:pt x="1284230" y="0"/>
                  </a:lnTo>
                  <a:cubicBezTo>
                    <a:pt x="1296828" y="0"/>
                    <a:pt x="1308476" y="6699"/>
                    <a:pt x="1314812" y="17588"/>
                  </a:cubicBezTo>
                  <a:lnTo>
                    <a:pt x="1497545" y="331662"/>
                  </a:lnTo>
                  <a:cubicBezTo>
                    <a:pt x="1503871" y="342534"/>
                    <a:pt x="1503871" y="355966"/>
                    <a:pt x="1497545" y="366838"/>
                  </a:cubicBez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114300" y="-47625"/>
              <a:ext cx="1283086" cy="74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3827403">
            <a:off x="9865038" y="4686545"/>
            <a:ext cx="6279545" cy="1610757"/>
          </a:xfrm>
          <a:custGeom>
            <a:avLst/>
            <a:gdLst/>
            <a:ahLst/>
            <a:cxnLst/>
            <a:rect r="r" b="b" t="t" l="l"/>
            <a:pathLst>
              <a:path h="1610757" w="6279545">
                <a:moveTo>
                  <a:pt x="0" y="0"/>
                </a:moveTo>
                <a:lnTo>
                  <a:pt x="6279545" y="0"/>
                </a:lnTo>
                <a:lnTo>
                  <a:pt x="6279545" y="1610757"/>
                </a:lnTo>
                <a:lnTo>
                  <a:pt x="0" y="161075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35000"/>
            </a:blip>
            <a:stretch>
              <a:fillRect l="0" t="-1167" r="0" b="-1167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0">
            <a:off x="11706435" y="-826130"/>
            <a:ext cx="10159941" cy="8731199"/>
            <a:chOff x="0" y="0"/>
            <a:chExt cx="812800" cy="6985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5268" y="0"/>
              <a:ext cx="802265" cy="698500"/>
            </a:xfrm>
            <a:custGeom>
              <a:avLst/>
              <a:gdLst/>
              <a:ahLst/>
              <a:cxnLst/>
              <a:rect r="r" b="b" t="t" l="l"/>
              <a:pathLst>
                <a:path h="698500" w="802265">
                  <a:moveTo>
                    <a:pt x="793737" y="372961"/>
                  </a:moveTo>
                  <a:lnTo>
                    <a:pt x="618127" y="674789"/>
                  </a:lnTo>
                  <a:cubicBezTo>
                    <a:pt x="609586" y="689469"/>
                    <a:pt x="593884" y="698500"/>
                    <a:pt x="576900" y="698500"/>
                  </a:cubicBezTo>
                  <a:lnTo>
                    <a:pt x="225364" y="698500"/>
                  </a:lnTo>
                  <a:cubicBezTo>
                    <a:pt x="208380" y="698500"/>
                    <a:pt x="192678" y="689469"/>
                    <a:pt x="184137" y="674789"/>
                  </a:cubicBezTo>
                  <a:lnTo>
                    <a:pt x="8527" y="372961"/>
                  </a:lnTo>
                  <a:cubicBezTo>
                    <a:pt x="0" y="358304"/>
                    <a:pt x="0" y="340196"/>
                    <a:pt x="8527" y="325539"/>
                  </a:cubicBezTo>
                  <a:lnTo>
                    <a:pt x="184137" y="23711"/>
                  </a:lnTo>
                  <a:cubicBezTo>
                    <a:pt x="192678" y="9031"/>
                    <a:pt x="208380" y="0"/>
                    <a:pt x="225364" y="0"/>
                  </a:cubicBezTo>
                  <a:lnTo>
                    <a:pt x="576900" y="0"/>
                  </a:lnTo>
                  <a:cubicBezTo>
                    <a:pt x="593884" y="0"/>
                    <a:pt x="609586" y="9031"/>
                    <a:pt x="618127" y="23711"/>
                  </a:cubicBezTo>
                  <a:lnTo>
                    <a:pt x="793737" y="325539"/>
                  </a:lnTo>
                  <a:cubicBezTo>
                    <a:pt x="802264" y="340196"/>
                    <a:pt x="802264" y="358304"/>
                    <a:pt x="793737" y="372961"/>
                  </a:cubicBezTo>
                  <a:close/>
                </a:path>
              </a:pathLst>
            </a:custGeom>
            <a:blipFill>
              <a:blip r:embed="rId6"/>
              <a:stretch>
                <a:fillRect l="-27959" t="0" r="-27652" b="0"/>
              </a:stretch>
            </a:blipFill>
            <a:ln w="95250" cap="rnd">
              <a:solidFill>
                <a:srgbClr val="FFFFFF"/>
              </a:solidFill>
              <a:prstDash val="solid"/>
              <a:round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11255825" y="3254660"/>
            <a:ext cx="4679399" cy="4300369"/>
            <a:chOff x="0" y="0"/>
            <a:chExt cx="6239199" cy="5733825"/>
          </a:xfrm>
        </p:grpSpPr>
        <p:grpSp>
          <p:nvGrpSpPr>
            <p:cNvPr name="Group 26" id="26"/>
            <p:cNvGrpSpPr/>
            <p:nvPr/>
          </p:nvGrpSpPr>
          <p:grpSpPr>
            <a:xfrm rot="0">
              <a:off x="0" y="539163"/>
              <a:ext cx="4633407" cy="3981834"/>
              <a:chOff x="0" y="0"/>
              <a:chExt cx="812800" cy="698500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3850" y="0"/>
                <a:ext cx="805100" cy="698500"/>
              </a:xfrm>
              <a:custGeom>
                <a:avLst/>
                <a:gdLst/>
                <a:ahLst/>
                <a:cxnLst/>
                <a:rect r="r" b="b" t="t" l="l"/>
                <a:pathLst>
                  <a:path h="698500" w="805100">
                    <a:moveTo>
                      <a:pt x="798867" y="366581"/>
                    </a:moveTo>
                    <a:lnTo>
                      <a:pt x="615833" y="681169"/>
                    </a:lnTo>
                    <a:cubicBezTo>
                      <a:pt x="609591" y="691899"/>
                      <a:pt x="598113" y="698500"/>
                      <a:pt x="585699" y="698500"/>
                    </a:cubicBezTo>
                    <a:lnTo>
                      <a:pt x="219401" y="698500"/>
                    </a:lnTo>
                    <a:cubicBezTo>
                      <a:pt x="206987" y="698500"/>
                      <a:pt x="195509" y="691899"/>
                      <a:pt x="189267" y="681169"/>
                    </a:cubicBezTo>
                    <a:lnTo>
                      <a:pt x="6233" y="366581"/>
                    </a:lnTo>
                    <a:cubicBezTo>
                      <a:pt x="0" y="355868"/>
                      <a:pt x="0" y="342632"/>
                      <a:pt x="6233" y="331919"/>
                    </a:cubicBezTo>
                    <a:lnTo>
                      <a:pt x="189267" y="17331"/>
                    </a:lnTo>
                    <a:cubicBezTo>
                      <a:pt x="195509" y="6601"/>
                      <a:pt x="206987" y="0"/>
                      <a:pt x="219401" y="0"/>
                    </a:cubicBezTo>
                    <a:lnTo>
                      <a:pt x="585699" y="0"/>
                    </a:lnTo>
                    <a:cubicBezTo>
                      <a:pt x="598113" y="0"/>
                      <a:pt x="609591" y="6601"/>
                      <a:pt x="615833" y="17331"/>
                    </a:cubicBezTo>
                    <a:lnTo>
                      <a:pt x="798867" y="331919"/>
                    </a:lnTo>
                    <a:cubicBezTo>
                      <a:pt x="805100" y="342632"/>
                      <a:pt x="805100" y="355868"/>
                      <a:pt x="798867" y="366581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FFFF"/>
                </a:solidFill>
                <a:prstDash val="solid"/>
                <a:miter/>
              </a:ln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114300" y="-47625"/>
                <a:ext cx="584200" cy="7461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29" id="29"/>
            <p:cNvGrpSpPr/>
            <p:nvPr/>
          </p:nvGrpSpPr>
          <p:grpSpPr>
            <a:xfrm rot="0">
              <a:off x="3027615" y="0"/>
              <a:ext cx="3211584" cy="2759955"/>
              <a:chOff x="0" y="0"/>
              <a:chExt cx="812800" cy="698500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5555" y="0"/>
                <a:ext cx="801690" cy="698500"/>
              </a:xfrm>
              <a:custGeom>
                <a:avLst/>
                <a:gdLst/>
                <a:ahLst/>
                <a:cxnLst/>
                <a:rect r="r" b="b" t="t" l="l"/>
                <a:pathLst>
                  <a:path h="698500" w="801690">
                    <a:moveTo>
                      <a:pt x="792698" y="374253"/>
                    </a:moveTo>
                    <a:lnTo>
                      <a:pt x="618592" y="673497"/>
                    </a:lnTo>
                    <a:cubicBezTo>
                      <a:pt x="609586" y="688977"/>
                      <a:pt x="593027" y="698500"/>
                      <a:pt x="575118" y="698500"/>
                    </a:cubicBezTo>
                    <a:lnTo>
                      <a:pt x="226572" y="698500"/>
                    </a:lnTo>
                    <a:cubicBezTo>
                      <a:pt x="208663" y="698500"/>
                      <a:pt x="192104" y="688977"/>
                      <a:pt x="183098" y="673497"/>
                    </a:cubicBezTo>
                    <a:lnTo>
                      <a:pt x="8992" y="374253"/>
                    </a:lnTo>
                    <a:cubicBezTo>
                      <a:pt x="0" y="358797"/>
                      <a:pt x="0" y="339703"/>
                      <a:pt x="8992" y="324247"/>
                    </a:cubicBezTo>
                    <a:lnTo>
                      <a:pt x="183098" y="25003"/>
                    </a:lnTo>
                    <a:cubicBezTo>
                      <a:pt x="192104" y="9523"/>
                      <a:pt x="208663" y="0"/>
                      <a:pt x="226572" y="0"/>
                    </a:cubicBezTo>
                    <a:lnTo>
                      <a:pt x="575118" y="0"/>
                    </a:lnTo>
                    <a:cubicBezTo>
                      <a:pt x="593027" y="0"/>
                      <a:pt x="609586" y="9523"/>
                      <a:pt x="618592" y="25003"/>
                    </a:cubicBezTo>
                    <a:lnTo>
                      <a:pt x="792698" y="324247"/>
                    </a:lnTo>
                    <a:cubicBezTo>
                      <a:pt x="801690" y="339703"/>
                      <a:pt x="801690" y="358797"/>
                      <a:pt x="792698" y="374253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FFFF"/>
                </a:solidFill>
                <a:prstDash val="solid"/>
                <a:miter/>
              </a:ln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114300" y="-47625"/>
                <a:ext cx="584200" cy="7461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grpSp>
          <p:nvGrpSpPr>
            <p:cNvPr name="Group 32" id="32"/>
            <p:cNvGrpSpPr/>
            <p:nvPr/>
          </p:nvGrpSpPr>
          <p:grpSpPr>
            <a:xfrm rot="0">
              <a:off x="3622127" y="3484778"/>
              <a:ext cx="2617073" cy="2249047"/>
              <a:chOff x="0" y="0"/>
              <a:chExt cx="812800" cy="698500"/>
            </a:xfrm>
          </p:grpSpPr>
          <p:sp>
            <p:nvSpPr>
              <p:cNvPr name="Freeform 33" id="33"/>
              <p:cNvSpPr/>
              <p:nvPr/>
            </p:nvSpPr>
            <p:spPr>
              <a:xfrm flipH="false" flipV="false" rot="0">
                <a:off x="6817" y="0"/>
                <a:ext cx="799167" cy="698500"/>
              </a:xfrm>
              <a:custGeom>
                <a:avLst/>
                <a:gdLst/>
                <a:ahLst/>
                <a:cxnLst/>
                <a:rect r="r" b="b" t="t" l="l"/>
                <a:pathLst>
                  <a:path h="698500" w="799167">
                    <a:moveTo>
                      <a:pt x="788131" y="379933"/>
                    </a:moveTo>
                    <a:lnTo>
                      <a:pt x="620635" y="667817"/>
                    </a:lnTo>
                    <a:cubicBezTo>
                      <a:pt x="609582" y="686813"/>
                      <a:pt x="589262" y="698500"/>
                      <a:pt x="567284" y="698500"/>
                    </a:cubicBezTo>
                    <a:lnTo>
                      <a:pt x="231882" y="698500"/>
                    </a:lnTo>
                    <a:cubicBezTo>
                      <a:pt x="209904" y="698500"/>
                      <a:pt x="189584" y="686813"/>
                      <a:pt x="178531" y="667817"/>
                    </a:cubicBezTo>
                    <a:lnTo>
                      <a:pt x="11035" y="379933"/>
                    </a:lnTo>
                    <a:cubicBezTo>
                      <a:pt x="0" y="360966"/>
                      <a:pt x="0" y="337534"/>
                      <a:pt x="11035" y="318567"/>
                    </a:cubicBezTo>
                    <a:lnTo>
                      <a:pt x="178531" y="30683"/>
                    </a:lnTo>
                    <a:cubicBezTo>
                      <a:pt x="189584" y="11687"/>
                      <a:pt x="209904" y="0"/>
                      <a:pt x="231882" y="0"/>
                    </a:cubicBezTo>
                    <a:lnTo>
                      <a:pt x="567284" y="0"/>
                    </a:lnTo>
                    <a:cubicBezTo>
                      <a:pt x="589262" y="0"/>
                      <a:pt x="609582" y="11687"/>
                      <a:pt x="620635" y="30683"/>
                    </a:cubicBezTo>
                    <a:lnTo>
                      <a:pt x="788131" y="318567"/>
                    </a:lnTo>
                    <a:cubicBezTo>
                      <a:pt x="799166" y="337534"/>
                      <a:pt x="799166" y="360966"/>
                      <a:pt x="788131" y="379933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FFFF"/>
                </a:solidFill>
                <a:prstDash val="solid"/>
                <a:miter/>
              </a:ln>
            </p:spPr>
          </p:sp>
          <p:sp>
            <p:nvSpPr>
              <p:cNvPr name="TextBox 34" id="34"/>
              <p:cNvSpPr txBox="true"/>
              <p:nvPr/>
            </p:nvSpPr>
            <p:spPr>
              <a:xfrm>
                <a:off x="114300" y="-47625"/>
                <a:ext cx="584200" cy="7461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</p:grpSp>
      <p:sp>
        <p:nvSpPr>
          <p:cNvPr name="Freeform 35" id="35"/>
          <p:cNvSpPr/>
          <p:nvPr/>
        </p:nvSpPr>
        <p:spPr>
          <a:xfrm flipH="false" flipV="false" rot="0">
            <a:off x="-498650" y="8664575"/>
            <a:ext cx="997301" cy="812800"/>
          </a:xfrm>
          <a:custGeom>
            <a:avLst/>
            <a:gdLst/>
            <a:ahLst/>
            <a:cxnLst/>
            <a:rect r="r" b="b" t="t" l="l"/>
            <a:pathLst>
              <a:path h="812800" w="997301">
                <a:moveTo>
                  <a:pt x="0" y="0"/>
                </a:moveTo>
                <a:lnTo>
                  <a:pt x="997300" y="0"/>
                </a:lnTo>
                <a:lnTo>
                  <a:pt x="997300" y="812800"/>
                </a:lnTo>
                <a:lnTo>
                  <a:pt x="0" y="812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6" id="36"/>
          <p:cNvSpPr/>
          <p:nvPr/>
        </p:nvSpPr>
        <p:spPr>
          <a:xfrm flipH="false" flipV="false" rot="0">
            <a:off x="12009966" y="9944100"/>
            <a:ext cx="1177504" cy="797759"/>
          </a:xfrm>
          <a:custGeom>
            <a:avLst/>
            <a:gdLst/>
            <a:ahLst/>
            <a:cxnLst/>
            <a:rect r="r" b="b" t="t" l="l"/>
            <a:pathLst>
              <a:path h="797759" w="1177504">
                <a:moveTo>
                  <a:pt x="0" y="0"/>
                </a:moveTo>
                <a:lnTo>
                  <a:pt x="1177504" y="0"/>
                </a:lnTo>
                <a:lnTo>
                  <a:pt x="1177504" y="797759"/>
                </a:lnTo>
                <a:lnTo>
                  <a:pt x="0" y="79775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0">
            <a:off x="-588752" y="-398880"/>
            <a:ext cx="1177504" cy="797759"/>
          </a:xfrm>
          <a:custGeom>
            <a:avLst/>
            <a:gdLst/>
            <a:ahLst/>
            <a:cxnLst/>
            <a:rect r="r" b="b" t="t" l="l"/>
            <a:pathLst>
              <a:path h="797759" w="1177504">
                <a:moveTo>
                  <a:pt x="0" y="0"/>
                </a:moveTo>
                <a:lnTo>
                  <a:pt x="1177504" y="0"/>
                </a:lnTo>
                <a:lnTo>
                  <a:pt x="1177504" y="797760"/>
                </a:lnTo>
                <a:lnTo>
                  <a:pt x="0" y="79776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8" id="38"/>
          <p:cNvSpPr txBox="true"/>
          <p:nvPr/>
        </p:nvSpPr>
        <p:spPr>
          <a:xfrm rot="0">
            <a:off x="1028700" y="2814044"/>
            <a:ext cx="7430376" cy="411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800"/>
              </a:lnSpc>
            </a:pPr>
            <a:r>
              <a:rPr lang="en-US" sz="9000" b="true">
                <a:solidFill>
                  <a:srgbClr val="243B55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GRACIAS POR SU ATENCIÓN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3942854" y="8826500"/>
            <a:ext cx="3316446" cy="869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499"/>
              </a:lnSpc>
            </a:pPr>
            <a:r>
              <a:rPr lang="en-US" sz="2499" b="true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Fecha:</a:t>
            </a:r>
            <a:r>
              <a:rPr lang="en-US" sz="249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 04 de Septiembre,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DAG16R6paB0</dc:identifier>
  <dcterms:modified xsi:type="dcterms:W3CDTF">2011-08-01T06:04:30Z</dcterms:modified>
  <cp:revision>1</cp:revision>
  <dc:title>Copia de Capstone</dc:title>
</cp:coreProperties>
</file>