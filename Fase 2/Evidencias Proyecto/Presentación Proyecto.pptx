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18288000" cy="10287000"/>
  <p:notesSz cx="6858000" cy="9144000"/>
  <p:embeddedFontLst>
    <p:embeddedFont>
      <p:font typeface="Open Sans" charset="1" panose="020B0606030504020204"/>
      <p:regular r:id="rId42"/>
    </p:embeddedFont>
    <p:embeddedFont>
      <p:font typeface="League Spartan" charset="1" panose="00000800000000000000"/>
      <p:regular r:id="rId43"/>
    </p:embeddedFont>
    <p:embeddedFont>
      <p:font typeface="Open Sans Ultra-Bold" charset="1" panose="00000000000000000000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2" Target="../media/image6.jpe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0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1.png" Type="http://schemas.openxmlformats.org/officeDocument/2006/relationships/image"/><Relationship Id="rId4" Target="../embeddings/oleObject2.bin" Type="http://schemas.openxmlformats.org/officeDocument/2006/relationships/oleObjec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9.png" Type="http://schemas.openxmlformats.org/officeDocument/2006/relationships/image"/><Relationship Id="rId4" Target="../media/image4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6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7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8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9.png" Type="http://schemas.openxmlformats.org/officeDocument/2006/relationships/image"/><Relationship Id="rId4" Target="../media/image50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51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52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53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4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svg" Type="http://schemas.openxmlformats.org/officeDocument/2006/relationships/image"/><Relationship Id="rId2" Target="../media/image6.jpeg" Type="http://schemas.openxmlformats.org/officeDocument/2006/relationships/image"/><Relationship Id="rId3" Target="../media/image55.png" Type="http://schemas.openxmlformats.org/officeDocument/2006/relationships/image"/><Relationship Id="rId4" Target="../media/image56.svg" Type="http://schemas.openxmlformats.org/officeDocument/2006/relationships/image"/><Relationship Id="rId5" Target="../media/image57.png" Type="http://schemas.openxmlformats.org/officeDocument/2006/relationships/image"/><Relationship Id="rId6" Target="../media/image58.svg" Type="http://schemas.openxmlformats.org/officeDocument/2006/relationships/image"/><Relationship Id="rId7" Target="../media/image59.png" Type="http://schemas.openxmlformats.org/officeDocument/2006/relationships/image"/><Relationship Id="rId8" Target="../media/image60.svg" Type="http://schemas.openxmlformats.org/officeDocument/2006/relationships/image"/><Relationship Id="rId9" Target="../media/image61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952267"/>
            <a:ext cx="16230600" cy="8382465"/>
            <a:chOff x="0" y="0"/>
            <a:chExt cx="6045684" cy="31223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045684" cy="3122357"/>
            </a:xfrm>
            <a:custGeom>
              <a:avLst/>
              <a:gdLst/>
              <a:ahLst/>
              <a:cxnLst/>
              <a:rect r="r" b="b" t="t" l="l"/>
              <a:pathLst>
                <a:path h="3122357" w="6045684">
                  <a:moveTo>
                    <a:pt x="0" y="0"/>
                  </a:moveTo>
                  <a:lnTo>
                    <a:pt x="6045684" y="0"/>
                  </a:lnTo>
                  <a:lnTo>
                    <a:pt x="6045684" y="3122357"/>
                  </a:lnTo>
                  <a:lnTo>
                    <a:pt x="0" y="31223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152C7A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6045684" cy="3122357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374539" y="8993151"/>
            <a:ext cx="4284389" cy="1567256"/>
            <a:chOff x="0" y="0"/>
            <a:chExt cx="1128399" cy="4127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8399" cy="412775"/>
            </a:xfrm>
            <a:custGeom>
              <a:avLst/>
              <a:gdLst/>
              <a:ahLst/>
              <a:cxnLst/>
              <a:rect r="r" b="b" t="t" l="l"/>
              <a:pathLst>
                <a:path h="412775" w="1128399">
                  <a:moveTo>
                    <a:pt x="0" y="0"/>
                  </a:moveTo>
                  <a:lnTo>
                    <a:pt x="1128399" y="0"/>
                  </a:lnTo>
                  <a:lnTo>
                    <a:pt x="1128399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128399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14012664" y="3237235"/>
            <a:ext cx="6983416" cy="1567256"/>
            <a:chOff x="0" y="0"/>
            <a:chExt cx="183925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39254" cy="412775"/>
            </a:xfrm>
            <a:custGeom>
              <a:avLst/>
              <a:gdLst/>
              <a:ahLst/>
              <a:cxnLst/>
              <a:rect r="r" b="b" t="t" l="l"/>
              <a:pathLst>
                <a:path h="412775" w="1839254">
                  <a:moveTo>
                    <a:pt x="0" y="0"/>
                  </a:moveTo>
                  <a:lnTo>
                    <a:pt x="1839254" y="0"/>
                  </a:lnTo>
                  <a:lnTo>
                    <a:pt x="183925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83925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true" flipV="true" rot="5400000">
            <a:off x="10540746" y="-52264"/>
            <a:ext cx="11547949" cy="9406329"/>
          </a:xfrm>
          <a:custGeom>
            <a:avLst/>
            <a:gdLst/>
            <a:ahLst/>
            <a:cxnLst/>
            <a:rect r="r" b="b" t="t" l="l"/>
            <a:pathLst>
              <a:path h="9406329" w="11547949">
                <a:moveTo>
                  <a:pt x="11547949" y="9406329"/>
                </a:moveTo>
                <a:lnTo>
                  <a:pt x="0" y="9406329"/>
                </a:lnTo>
                <a:lnTo>
                  <a:pt x="0" y="0"/>
                </a:lnTo>
                <a:lnTo>
                  <a:pt x="11547949" y="0"/>
                </a:lnTo>
                <a:lnTo>
                  <a:pt x="11547949" y="940632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 flipV="true">
            <a:off x="13553005" y="935761"/>
            <a:ext cx="5036482" cy="5036482"/>
          </a:xfrm>
          <a:prstGeom prst="line">
            <a:avLst/>
          </a:prstGeom>
          <a:ln cap="flat" w="114300">
            <a:solidFill>
              <a:srgbClr val="5CE1E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V="true">
            <a:off x="14602740" y="4540846"/>
            <a:ext cx="1216428" cy="1216428"/>
          </a:xfrm>
          <a:prstGeom prst="line">
            <a:avLst/>
          </a:prstGeom>
          <a:ln cap="flat" w="114300">
            <a:solidFill>
              <a:srgbClr val="152C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12944791" y="7512571"/>
            <a:ext cx="2942644" cy="2942644"/>
          </a:xfrm>
          <a:prstGeom prst="line">
            <a:avLst/>
          </a:prstGeom>
          <a:ln cap="flat" w="114300">
            <a:solidFill>
              <a:srgbClr val="5CE1E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11473469" y="9776779"/>
            <a:ext cx="2942644" cy="2942644"/>
          </a:xfrm>
          <a:prstGeom prst="line">
            <a:avLst/>
          </a:prstGeom>
          <a:ln cap="flat" w="114300">
            <a:solidFill>
              <a:srgbClr val="152C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2118001" y="1688159"/>
            <a:ext cx="491457" cy="480734"/>
          </a:xfrm>
          <a:custGeom>
            <a:avLst/>
            <a:gdLst/>
            <a:ahLst/>
            <a:cxnLst/>
            <a:rect r="r" b="b" t="t" l="l"/>
            <a:pathLst>
              <a:path h="480734" w="491457">
                <a:moveTo>
                  <a:pt x="0" y="0"/>
                </a:moveTo>
                <a:lnTo>
                  <a:pt x="491457" y="0"/>
                </a:lnTo>
                <a:lnTo>
                  <a:pt x="491457" y="480735"/>
                </a:lnTo>
                <a:lnTo>
                  <a:pt x="0" y="4807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084664" y="6577536"/>
            <a:ext cx="9224082" cy="563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Capstone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84664" y="5308687"/>
            <a:ext cx="9716368" cy="1584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82"/>
              </a:lnSpc>
            </a:pPr>
            <a:r>
              <a:rPr lang="en-US" sz="10573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MVP PEPSICO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084664" y="2992747"/>
            <a:ext cx="11052439" cy="232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63"/>
              </a:lnSpc>
            </a:pPr>
            <a:r>
              <a:rPr lang="en-US" sz="77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PRESENTACIÓN PROYECTO APT: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84664" y="7998667"/>
            <a:ext cx="2596419" cy="362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5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Presentado por: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84664" y="8342202"/>
            <a:ext cx="2780879" cy="650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Guillermo Almendra</a:t>
            </a:r>
          </a:p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Sebastian Miranda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497633" y="7998667"/>
            <a:ext cx="3396778" cy="362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Fecha: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497633" y="8342202"/>
            <a:ext cx="3396778" cy="327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20 de Noviembre 2025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523833" y="7998667"/>
            <a:ext cx="2596419" cy="362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5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Profesor: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523833" y="8342202"/>
            <a:ext cx="2780879" cy="327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Fabian Alvarez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62575" y="1028700"/>
            <a:ext cx="15562849" cy="8179961"/>
            <a:chOff x="0" y="0"/>
            <a:chExt cx="5796956" cy="30469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96955" cy="3046927"/>
            </a:xfrm>
            <a:custGeom>
              <a:avLst/>
              <a:gdLst/>
              <a:ahLst/>
              <a:cxnLst/>
              <a:rect r="r" b="b" t="t" l="l"/>
              <a:pathLst>
                <a:path h="3046927" w="5796955">
                  <a:moveTo>
                    <a:pt x="0" y="0"/>
                  </a:moveTo>
                  <a:lnTo>
                    <a:pt x="5796955" y="0"/>
                  </a:lnTo>
                  <a:lnTo>
                    <a:pt x="5796955" y="3046927"/>
                  </a:lnTo>
                  <a:lnTo>
                    <a:pt x="0" y="30469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152C7A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5796956" cy="3037402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2700000">
            <a:off x="57071" y="8050244"/>
            <a:ext cx="3393988" cy="1567256"/>
            <a:chOff x="0" y="0"/>
            <a:chExt cx="893890" cy="4127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93890" cy="412775"/>
            </a:xfrm>
            <a:custGeom>
              <a:avLst/>
              <a:gdLst/>
              <a:ahLst/>
              <a:cxnLst/>
              <a:rect r="r" b="b" t="t" l="l"/>
              <a:pathLst>
                <a:path h="412775" w="893890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4836942" y="550429"/>
            <a:ext cx="3393988" cy="1567256"/>
            <a:chOff x="0" y="0"/>
            <a:chExt cx="893890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93890" cy="412775"/>
            </a:xfrm>
            <a:custGeom>
              <a:avLst/>
              <a:gdLst/>
              <a:ahLst/>
              <a:cxnLst/>
              <a:rect r="r" b="b" t="t" l="l"/>
              <a:pathLst>
                <a:path h="412775" w="893890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515035" y="5489862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856632" y="2705082"/>
            <a:ext cx="14574736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7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Contexto y Problema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019044" y="4296983"/>
            <a:ext cx="10249911" cy="2906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8323" indent="-264162" lvl="1">
              <a:lnSpc>
                <a:spcPts val="2936"/>
              </a:lnSpc>
              <a:buFont typeface="Arial"/>
              <a:buChar char="•"/>
            </a:pPr>
            <a:r>
              <a:rPr lang="en-US" sz="244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Operación de taller Santa Marta con alto flujo de camiones.</a:t>
            </a:r>
          </a:p>
          <a:p>
            <a:pPr algn="l">
              <a:lnSpc>
                <a:spcPts val="2936"/>
              </a:lnSpc>
            </a:pPr>
          </a:p>
          <a:p>
            <a:pPr algn="l" marL="528323" indent="-264162" lvl="1">
              <a:lnSpc>
                <a:spcPts val="2936"/>
              </a:lnSpc>
              <a:buFont typeface="Arial"/>
              <a:buChar char="•"/>
            </a:pPr>
            <a:r>
              <a:rPr lang="en-US" sz="244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Registro manual en planillas, papeles y WhatsApp.</a:t>
            </a:r>
          </a:p>
          <a:p>
            <a:pPr algn="l">
              <a:lnSpc>
                <a:spcPts val="2936"/>
              </a:lnSpc>
            </a:pPr>
          </a:p>
          <a:p>
            <a:pPr algn="l" marL="528323" indent="-264162" lvl="1">
              <a:lnSpc>
                <a:spcPts val="2936"/>
              </a:lnSpc>
              <a:buFont typeface="Arial"/>
              <a:buChar char="•"/>
            </a:pPr>
            <a:r>
              <a:rPr lang="en-US" sz="244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Baja trazabilidad del estado de cada vehículo y sus mantenciones.</a:t>
            </a:r>
          </a:p>
          <a:p>
            <a:pPr algn="l">
              <a:lnSpc>
                <a:spcPts val="2936"/>
              </a:lnSpc>
            </a:pPr>
          </a:p>
          <a:p>
            <a:pPr algn="l" marL="528323" indent="-264162" lvl="1">
              <a:lnSpc>
                <a:spcPts val="2936"/>
              </a:lnSpc>
              <a:buFont typeface="Arial"/>
              <a:buChar char="•"/>
            </a:pPr>
            <a:r>
              <a:rPr lang="en-US" sz="244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Dificultad para justificar tiempos, trabajos realizados y evidencias.</a:t>
            </a:r>
          </a:p>
          <a:p>
            <a:pPr algn="l">
              <a:lnSpc>
                <a:spcPts val="2936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-10800000">
            <a:off x="13871465" y="-189523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997949" y="4945063"/>
            <a:ext cx="2292102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Texto del párrafo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62575" y="1336652"/>
            <a:ext cx="2292102" cy="136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99"/>
              </a:lnSpc>
              <a:spcBef>
                <a:spcPct val="0"/>
              </a:spcBef>
            </a:pPr>
            <a:r>
              <a:rPr lang="en-US" sz="79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77486" y="3088067"/>
            <a:ext cx="15333028" cy="1290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58"/>
              </a:lnSpc>
            </a:pPr>
            <a:r>
              <a:rPr lang="en-US" sz="846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OBJETIVO GENERAL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12132" y="5299656"/>
            <a:ext cx="8863735" cy="1416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4"/>
              </a:lnSpc>
            </a:pPr>
            <a:r>
              <a:rPr lang="en-US" sz="26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Digitaliza</a:t>
            </a:r>
            <a:r>
              <a:rPr lang="en-US" sz="26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 el flujo Portería → OT → Ejecución → Cierre mediante un MVP web con trazabilidad por patente y control de acceso por roles.</a:t>
            </a:r>
          </a:p>
        </p:txBody>
      </p:sp>
      <p:grpSp>
        <p:nvGrpSpPr>
          <p:cNvPr name="Group 5" id="5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152C7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152C7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62575" y="1336652"/>
            <a:ext cx="2292102" cy="136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99"/>
              </a:lnSpc>
              <a:spcBef>
                <a:spcPct val="0"/>
              </a:spcBef>
            </a:pPr>
            <a:r>
              <a:rPr lang="en-US" sz="79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86450" y="-656380"/>
            <a:ext cx="18885647" cy="4111724"/>
            <a:chOff x="0" y="0"/>
            <a:chExt cx="25180863" cy="5482298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t="33691" r="0" b="33691"/>
            <a:stretch>
              <a:fillRect/>
            </a:stretch>
          </p:blipFill>
          <p:spPr>
            <a:xfrm flipH="false" flipV="false">
              <a:off x="0" y="0"/>
              <a:ext cx="25180863" cy="5482298"/>
            </a:xfrm>
            <a:prstGeom prst="rect">
              <a:avLst/>
            </a:prstGeom>
          </p:spPr>
        </p:pic>
      </p:grpSp>
      <p:grpSp>
        <p:nvGrpSpPr>
          <p:cNvPr name="Group 5" id="5"/>
          <p:cNvGrpSpPr/>
          <p:nvPr/>
        </p:nvGrpSpPr>
        <p:grpSpPr>
          <a:xfrm rot="0">
            <a:off x="-1119743" y="10285618"/>
            <a:ext cx="20527487" cy="2731693"/>
            <a:chOff x="0" y="0"/>
            <a:chExt cx="5406416" cy="7194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06416" cy="719458"/>
            </a:xfrm>
            <a:custGeom>
              <a:avLst/>
              <a:gdLst/>
              <a:ahLst/>
              <a:cxnLst/>
              <a:rect r="r" b="b" t="t" l="l"/>
              <a:pathLst>
                <a:path h="719458" w="5406416">
                  <a:moveTo>
                    <a:pt x="0" y="0"/>
                  </a:moveTo>
                  <a:lnTo>
                    <a:pt x="5406416" y="0"/>
                  </a:lnTo>
                  <a:lnTo>
                    <a:pt x="5406416" y="719458"/>
                  </a:lnTo>
                  <a:lnTo>
                    <a:pt x="0" y="719458"/>
                  </a:lnTo>
                  <a:close/>
                </a:path>
              </a:pathLst>
            </a:custGeom>
            <a:solidFill>
              <a:srgbClr val="C9455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5406416" cy="7004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651330" y="9561146"/>
            <a:ext cx="19615407" cy="3895402"/>
            <a:chOff x="0" y="0"/>
            <a:chExt cx="5166198" cy="10259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66198" cy="1025949"/>
            </a:xfrm>
            <a:custGeom>
              <a:avLst/>
              <a:gdLst/>
              <a:ahLst/>
              <a:cxnLst/>
              <a:rect r="r" b="b" t="t" l="l"/>
              <a:pathLst>
                <a:path h="1025949" w="5166198">
                  <a:moveTo>
                    <a:pt x="0" y="0"/>
                  </a:moveTo>
                  <a:lnTo>
                    <a:pt x="5166198" y="0"/>
                  </a:lnTo>
                  <a:lnTo>
                    <a:pt x="5166198" y="1025949"/>
                  </a:lnTo>
                  <a:lnTo>
                    <a:pt x="0" y="1025949"/>
                  </a:lnTo>
                  <a:close/>
                </a:path>
              </a:pathLst>
            </a:custGeom>
            <a:solidFill>
              <a:srgbClr val="152C7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166198" cy="107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36965" y="4902472"/>
            <a:ext cx="3199674" cy="3626113"/>
            <a:chOff x="0" y="0"/>
            <a:chExt cx="842712" cy="95502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42712" cy="955026"/>
            </a:xfrm>
            <a:custGeom>
              <a:avLst/>
              <a:gdLst/>
              <a:ahLst/>
              <a:cxnLst/>
              <a:rect r="r" b="b" t="t" l="l"/>
              <a:pathLst>
                <a:path h="955026" w="842712">
                  <a:moveTo>
                    <a:pt x="123399" y="0"/>
                  </a:moveTo>
                  <a:lnTo>
                    <a:pt x="719313" y="0"/>
                  </a:lnTo>
                  <a:cubicBezTo>
                    <a:pt x="787465" y="0"/>
                    <a:pt x="842712" y="55248"/>
                    <a:pt x="842712" y="123399"/>
                  </a:cubicBezTo>
                  <a:lnTo>
                    <a:pt x="842712" y="831626"/>
                  </a:lnTo>
                  <a:cubicBezTo>
                    <a:pt x="842712" y="899778"/>
                    <a:pt x="787465" y="955026"/>
                    <a:pt x="719313" y="955026"/>
                  </a:cubicBezTo>
                  <a:lnTo>
                    <a:pt x="123399" y="955026"/>
                  </a:lnTo>
                  <a:cubicBezTo>
                    <a:pt x="55248" y="955026"/>
                    <a:pt x="0" y="899778"/>
                    <a:pt x="0" y="831626"/>
                  </a:cubicBezTo>
                  <a:lnTo>
                    <a:pt x="0" y="123399"/>
                  </a:lnTo>
                  <a:cubicBezTo>
                    <a:pt x="0" y="55248"/>
                    <a:pt x="55248" y="0"/>
                    <a:pt x="123399" y="0"/>
                  </a:cubicBezTo>
                  <a:close/>
                </a:path>
              </a:pathLst>
            </a:custGeom>
            <a:solidFill>
              <a:srgbClr val="5E7DA1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842712" cy="10026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Diseñar e implementar la base de datos relacional.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148437" y="4899147"/>
            <a:ext cx="3199674" cy="3626113"/>
            <a:chOff x="0" y="0"/>
            <a:chExt cx="842712" cy="95502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42712" cy="955026"/>
            </a:xfrm>
            <a:custGeom>
              <a:avLst/>
              <a:gdLst/>
              <a:ahLst/>
              <a:cxnLst/>
              <a:rect r="r" b="b" t="t" l="l"/>
              <a:pathLst>
                <a:path h="955026" w="842712">
                  <a:moveTo>
                    <a:pt x="123399" y="0"/>
                  </a:moveTo>
                  <a:lnTo>
                    <a:pt x="719313" y="0"/>
                  </a:lnTo>
                  <a:cubicBezTo>
                    <a:pt x="787465" y="0"/>
                    <a:pt x="842712" y="55248"/>
                    <a:pt x="842712" y="123399"/>
                  </a:cubicBezTo>
                  <a:lnTo>
                    <a:pt x="842712" y="831626"/>
                  </a:lnTo>
                  <a:cubicBezTo>
                    <a:pt x="842712" y="899778"/>
                    <a:pt x="787465" y="955026"/>
                    <a:pt x="719313" y="955026"/>
                  </a:cubicBezTo>
                  <a:lnTo>
                    <a:pt x="123399" y="955026"/>
                  </a:lnTo>
                  <a:cubicBezTo>
                    <a:pt x="55248" y="955026"/>
                    <a:pt x="0" y="899778"/>
                    <a:pt x="0" y="831626"/>
                  </a:cubicBezTo>
                  <a:lnTo>
                    <a:pt x="0" y="123399"/>
                  </a:lnTo>
                  <a:cubicBezTo>
                    <a:pt x="0" y="55248"/>
                    <a:pt x="55248" y="0"/>
                    <a:pt x="123399" y="0"/>
                  </a:cubicBezTo>
                  <a:close/>
                </a:path>
              </a:pathLst>
            </a:custGeom>
            <a:solidFill>
              <a:srgbClr val="5E7DA1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842712" cy="10026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Construir la API REST con Django/DRF.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557661" y="4899147"/>
            <a:ext cx="3199674" cy="3626113"/>
            <a:chOff x="0" y="0"/>
            <a:chExt cx="842712" cy="95502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42712" cy="955026"/>
            </a:xfrm>
            <a:custGeom>
              <a:avLst/>
              <a:gdLst/>
              <a:ahLst/>
              <a:cxnLst/>
              <a:rect r="r" b="b" t="t" l="l"/>
              <a:pathLst>
                <a:path h="955026" w="842712">
                  <a:moveTo>
                    <a:pt x="123399" y="0"/>
                  </a:moveTo>
                  <a:lnTo>
                    <a:pt x="719313" y="0"/>
                  </a:lnTo>
                  <a:cubicBezTo>
                    <a:pt x="787465" y="0"/>
                    <a:pt x="842712" y="55248"/>
                    <a:pt x="842712" y="123399"/>
                  </a:cubicBezTo>
                  <a:lnTo>
                    <a:pt x="842712" y="831626"/>
                  </a:lnTo>
                  <a:cubicBezTo>
                    <a:pt x="842712" y="899778"/>
                    <a:pt x="787465" y="955026"/>
                    <a:pt x="719313" y="955026"/>
                  </a:cubicBezTo>
                  <a:lnTo>
                    <a:pt x="123399" y="955026"/>
                  </a:lnTo>
                  <a:cubicBezTo>
                    <a:pt x="55248" y="955026"/>
                    <a:pt x="0" y="899778"/>
                    <a:pt x="0" y="831626"/>
                  </a:cubicBezTo>
                  <a:lnTo>
                    <a:pt x="0" y="123399"/>
                  </a:lnTo>
                  <a:cubicBezTo>
                    <a:pt x="0" y="55248"/>
                    <a:pt x="55248" y="0"/>
                    <a:pt x="123399" y="0"/>
                  </a:cubicBezTo>
                  <a:close/>
                </a:path>
              </a:pathLst>
            </a:custGeom>
            <a:solidFill>
              <a:srgbClr val="5E7DA1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842712" cy="10026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Desarrollar la SPA en Vue 3 para los distintos roles.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966884" y="4902472"/>
            <a:ext cx="3199674" cy="3626113"/>
            <a:chOff x="0" y="0"/>
            <a:chExt cx="842712" cy="95502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42712" cy="955026"/>
            </a:xfrm>
            <a:custGeom>
              <a:avLst/>
              <a:gdLst/>
              <a:ahLst/>
              <a:cxnLst/>
              <a:rect r="r" b="b" t="t" l="l"/>
              <a:pathLst>
                <a:path h="955026" w="842712">
                  <a:moveTo>
                    <a:pt x="123399" y="0"/>
                  </a:moveTo>
                  <a:lnTo>
                    <a:pt x="719313" y="0"/>
                  </a:lnTo>
                  <a:cubicBezTo>
                    <a:pt x="787465" y="0"/>
                    <a:pt x="842712" y="55248"/>
                    <a:pt x="842712" y="123399"/>
                  </a:cubicBezTo>
                  <a:lnTo>
                    <a:pt x="842712" y="831626"/>
                  </a:lnTo>
                  <a:cubicBezTo>
                    <a:pt x="842712" y="899778"/>
                    <a:pt x="787465" y="955026"/>
                    <a:pt x="719313" y="955026"/>
                  </a:cubicBezTo>
                  <a:lnTo>
                    <a:pt x="123399" y="955026"/>
                  </a:lnTo>
                  <a:cubicBezTo>
                    <a:pt x="55248" y="955026"/>
                    <a:pt x="0" y="899778"/>
                    <a:pt x="0" y="831626"/>
                  </a:cubicBezTo>
                  <a:lnTo>
                    <a:pt x="0" y="123399"/>
                  </a:lnTo>
                  <a:cubicBezTo>
                    <a:pt x="0" y="55248"/>
                    <a:pt x="55248" y="0"/>
                    <a:pt x="123399" y="0"/>
                  </a:cubicBezTo>
                  <a:close/>
                </a:path>
              </a:pathLst>
            </a:custGeom>
            <a:solidFill>
              <a:srgbClr val="5E7DA1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842712" cy="10026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Implementar RBAC y autenticación con Supabase.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376108" y="4899147"/>
            <a:ext cx="3199674" cy="3626113"/>
            <a:chOff x="0" y="0"/>
            <a:chExt cx="842712" cy="95502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42712" cy="955026"/>
            </a:xfrm>
            <a:custGeom>
              <a:avLst/>
              <a:gdLst/>
              <a:ahLst/>
              <a:cxnLst/>
              <a:rect r="r" b="b" t="t" l="l"/>
              <a:pathLst>
                <a:path h="955026" w="842712">
                  <a:moveTo>
                    <a:pt x="123399" y="0"/>
                  </a:moveTo>
                  <a:lnTo>
                    <a:pt x="719313" y="0"/>
                  </a:lnTo>
                  <a:cubicBezTo>
                    <a:pt x="787465" y="0"/>
                    <a:pt x="842712" y="55248"/>
                    <a:pt x="842712" y="123399"/>
                  </a:cubicBezTo>
                  <a:lnTo>
                    <a:pt x="842712" y="831626"/>
                  </a:lnTo>
                  <a:cubicBezTo>
                    <a:pt x="842712" y="899778"/>
                    <a:pt x="787465" y="955026"/>
                    <a:pt x="719313" y="955026"/>
                  </a:cubicBezTo>
                  <a:lnTo>
                    <a:pt x="123399" y="955026"/>
                  </a:lnTo>
                  <a:cubicBezTo>
                    <a:pt x="55248" y="955026"/>
                    <a:pt x="0" y="899778"/>
                    <a:pt x="0" y="831626"/>
                  </a:cubicBezTo>
                  <a:lnTo>
                    <a:pt x="0" y="123399"/>
                  </a:lnTo>
                  <a:cubicBezTo>
                    <a:pt x="0" y="55248"/>
                    <a:pt x="55248" y="0"/>
                    <a:pt x="123399" y="0"/>
                  </a:cubicBezTo>
                  <a:close/>
                </a:path>
              </a:pathLst>
            </a:custGeom>
            <a:solidFill>
              <a:srgbClr val="5E7DA1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842712" cy="10026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Ejecutar pruebas de seguridad, rendimiento y disponibilidad.</a:t>
              </a:r>
              <a:r>
                <a:rPr lang="en-US" sz="24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 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3180584" y="3588693"/>
            <a:ext cx="11951579" cy="1005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18"/>
              </a:lnSpc>
            </a:pPr>
            <a:r>
              <a:rPr lang="en-US" sz="659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OBJETIVOS ESPECIFICOS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62575" y="1336652"/>
            <a:ext cx="2292102" cy="136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99"/>
              </a:lnSpc>
              <a:spcBef>
                <a:spcPct val="0"/>
              </a:spcBef>
            </a:pPr>
            <a:r>
              <a:rPr lang="en-US" sz="79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1085850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351840" y="2287828"/>
            <a:ext cx="6209890" cy="6122269"/>
            <a:chOff x="0" y="0"/>
            <a:chExt cx="8279853" cy="8163026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5"/>
            <a:srcRect l="29273" t="0" r="3147" b="0"/>
            <a:stretch>
              <a:fillRect/>
            </a:stretch>
          </p:blipFill>
          <p:spPr>
            <a:xfrm flipH="false" flipV="false">
              <a:off x="0" y="0"/>
              <a:ext cx="8279853" cy="8163026"/>
            </a:xfrm>
            <a:prstGeom prst="rect">
              <a:avLst/>
            </a:prstGeom>
          </p:spPr>
        </p:pic>
      </p:grpSp>
      <p:sp>
        <p:nvSpPr>
          <p:cNvPr name="TextBox 6" id="6"/>
          <p:cNvSpPr txBox="true"/>
          <p:nvPr/>
        </p:nvSpPr>
        <p:spPr>
          <a:xfrm rot="0">
            <a:off x="1385161" y="1649662"/>
            <a:ext cx="7758839" cy="2064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25"/>
              </a:lnSpc>
            </a:pPr>
            <a:r>
              <a:rPr lang="en-US" sz="555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METODOLOGÍA</a:t>
            </a:r>
          </a:p>
          <a:p>
            <a:pPr algn="l">
              <a:lnSpc>
                <a:spcPts val="8325"/>
              </a:lnSpc>
            </a:pPr>
            <a:r>
              <a:rPr lang="en-US" sz="555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DEL PROYECTO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117093"/>
            <a:ext cx="7555756" cy="821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Ciclo de vida tradicional en fases: Requisitos, Diseño, Construcción, Pruebas, Implementación y Cierre.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076825"/>
            <a:ext cx="7555756" cy="1240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Puertas de control entre fases con documentos formales (acta, ERS, modelo de datos, plan de pruebas, etc.)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459966"/>
            <a:ext cx="7555756" cy="821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Uso de EDT, carta Gantt, matriz RACI y matriz de riesgos.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7423971"/>
            <a:ext cx="7555756" cy="821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30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Revisiones semanales para revisar avances y ajustar alcance.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38405" y="233607"/>
            <a:ext cx="2292102" cy="136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99"/>
              </a:lnSpc>
              <a:spcBef>
                <a:spcPct val="0"/>
              </a:spcBef>
            </a:pPr>
            <a:r>
              <a:rPr lang="en-US" sz="79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080359" y="3900644"/>
            <a:ext cx="5178941" cy="5178941"/>
            <a:chOff x="0" y="0"/>
            <a:chExt cx="6905255" cy="690525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905255" cy="6905255"/>
            </a:xfrm>
            <a:custGeom>
              <a:avLst/>
              <a:gdLst/>
              <a:ahLst/>
              <a:cxnLst/>
              <a:rect r="r" b="b" t="t" l="l"/>
              <a:pathLst>
                <a:path h="6905255" w="6905255">
                  <a:moveTo>
                    <a:pt x="0" y="0"/>
                  </a:moveTo>
                  <a:lnTo>
                    <a:pt x="6905255" y="0"/>
                  </a:lnTo>
                  <a:lnTo>
                    <a:pt x="6905255" y="6905255"/>
                  </a:lnTo>
                  <a:lnTo>
                    <a:pt x="0" y="6905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5" id="5"/>
            <p:cNvGrpSpPr/>
            <p:nvPr/>
          </p:nvGrpSpPr>
          <p:grpSpPr>
            <a:xfrm rot="0">
              <a:off x="1359954" y="1391739"/>
              <a:ext cx="4028753" cy="4028753"/>
              <a:chOff x="0" y="0"/>
              <a:chExt cx="1247008" cy="124700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247008" cy="1247008"/>
              </a:xfrm>
              <a:custGeom>
                <a:avLst/>
                <a:gdLst/>
                <a:ahLst/>
                <a:cxnLst/>
                <a:rect r="r" b="b" t="t" l="l"/>
                <a:pathLst>
                  <a:path h="1247008" w="1247008">
                    <a:moveTo>
                      <a:pt x="0" y="0"/>
                    </a:moveTo>
                    <a:lnTo>
                      <a:pt x="1247008" y="0"/>
                    </a:lnTo>
                    <a:lnTo>
                      <a:pt x="1247008" y="1247008"/>
                    </a:lnTo>
                    <a:lnTo>
                      <a:pt x="0" y="1247008"/>
                    </a:lnTo>
                    <a:close/>
                  </a:path>
                </a:pathLst>
              </a:custGeom>
              <a:solidFill>
                <a:srgbClr val="EDECED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1247008" cy="12946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</p:grpSp>
      <p:sp>
        <p:nvSpPr>
          <p:cNvPr name="TextBox 8" id="8"/>
          <p:cNvSpPr txBox="true"/>
          <p:nvPr/>
        </p:nvSpPr>
        <p:spPr>
          <a:xfrm rot="0">
            <a:off x="2027983" y="1949083"/>
            <a:ext cx="13836513" cy="164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sz="5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EVIDENCIAS DEL PROYECTO CAPSTONE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63526" y="5626920"/>
            <a:ext cx="3372307" cy="1132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0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Script completo de BD, datos de prueba, capturas de consultas y reportes.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554529" y="3900644"/>
            <a:ext cx="5178941" cy="5178941"/>
            <a:chOff x="0" y="0"/>
            <a:chExt cx="6905255" cy="69052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05255" cy="6905255"/>
            </a:xfrm>
            <a:custGeom>
              <a:avLst/>
              <a:gdLst/>
              <a:ahLst/>
              <a:cxnLst/>
              <a:rect r="r" b="b" t="t" l="l"/>
              <a:pathLst>
                <a:path h="6905255" w="6905255">
                  <a:moveTo>
                    <a:pt x="0" y="0"/>
                  </a:moveTo>
                  <a:lnTo>
                    <a:pt x="6905255" y="0"/>
                  </a:lnTo>
                  <a:lnTo>
                    <a:pt x="6905255" y="6905255"/>
                  </a:lnTo>
                  <a:lnTo>
                    <a:pt x="0" y="6905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2" id="12"/>
            <p:cNvGrpSpPr/>
            <p:nvPr/>
          </p:nvGrpSpPr>
          <p:grpSpPr>
            <a:xfrm rot="0">
              <a:off x="1359954" y="1391739"/>
              <a:ext cx="4028753" cy="4028753"/>
              <a:chOff x="0" y="0"/>
              <a:chExt cx="1247008" cy="1247008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247008" cy="1247008"/>
              </a:xfrm>
              <a:custGeom>
                <a:avLst/>
                <a:gdLst/>
                <a:ahLst/>
                <a:cxnLst/>
                <a:rect r="r" b="b" t="t" l="l"/>
                <a:pathLst>
                  <a:path h="1247008" w="1247008">
                    <a:moveTo>
                      <a:pt x="0" y="0"/>
                    </a:moveTo>
                    <a:lnTo>
                      <a:pt x="1247008" y="0"/>
                    </a:lnTo>
                    <a:lnTo>
                      <a:pt x="1247008" y="1247008"/>
                    </a:lnTo>
                    <a:lnTo>
                      <a:pt x="0" y="1247008"/>
                    </a:lnTo>
                    <a:close/>
                  </a:path>
                </a:pathLst>
              </a:custGeom>
              <a:solidFill>
                <a:srgbClr val="EDECED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1247008" cy="12946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</p:grpSp>
      <p:sp>
        <p:nvSpPr>
          <p:cNvPr name="TextBox 15" id="15"/>
          <p:cNvSpPr txBox="true"/>
          <p:nvPr/>
        </p:nvSpPr>
        <p:spPr>
          <a:xfrm rot="0">
            <a:off x="7637697" y="5626920"/>
            <a:ext cx="3372307" cy="751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0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Repositorio Git (backend + frontend)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28700" y="3900644"/>
            <a:ext cx="5178941" cy="5178941"/>
            <a:chOff x="0" y="0"/>
            <a:chExt cx="6905255" cy="690525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905255" cy="6905255"/>
            </a:xfrm>
            <a:custGeom>
              <a:avLst/>
              <a:gdLst/>
              <a:ahLst/>
              <a:cxnLst/>
              <a:rect r="r" b="b" t="t" l="l"/>
              <a:pathLst>
                <a:path h="6905255" w="6905255">
                  <a:moveTo>
                    <a:pt x="0" y="0"/>
                  </a:moveTo>
                  <a:lnTo>
                    <a:pt x="6905255" y="0"/>
                  </a:lnTo>
                  <a:lnTo>
                    <a:pt x="6905255" y="6905255"/>
                  </a:lnTo>
                  <a:lnTo>
                    <a:pt x="0" y="6905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8" id="18"/>
            <p:cNvGrpSpPr/>
            <p:nvPr/>
          </p:nvGrpSpPr>
          <p:grpSpPr>
            <a:xfrm rot="0">
              <a:off x="1359954" y="1391739"/>
              <a:ext cx="4028753" cy="4028753"/>
              <a:chOff x="0" y="0"/>
              <a:chExt cx="1247008" cy="124700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247008" cy="1247008"/>
              </a:xfrm>
              <a:custGeom>
                <a:avLst/>
                <a:gdLst/>
                <a:ahLst/>
                <a:cxnLst/>
                <a:rect r="r" b="b" t="t" l="l"/>
                <a:pathLst>
                  <a:path h="1247008" w="1247008">
                    <a:moveTo>
                      <a:pt x="0" y="0"/>
                    </a:moveTo>
                    <a:lnTo>
                      <a:pt x="1247008" y="0"/>
                    </a:lnTo>
                    <a:lnTo>
                      <a:pt x="1247008" y="1247008"/>
                    </a:lnTo>
                    <a:lnTo>
                      <a:pt x="0" y="1247008"/>
                    </a:lnTo>
                    <a:close/>
                  </a:path>
                </a:pathLst>
              </a:custGeom>
              <a:solidFill>
                <a:srgbClr val="EDECED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1247008" cy="12946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</p:grpSp>
      <p:sp>
        <p:nvSpPr>
          <p:cNvPr name="TextBox 21" id="21"/>
          <p:cNvSpPr txBox="true"/>
          <p:nvPr/>
        </p:nvSpPr>
        <p:spPr>
          <a:xfrm rot="0">
            <a:off x="2111867" y="5626920"/>
            <a:ext cx="3372307" cy="2656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0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Acta de constitución, plan de proyecto, EDT, Gantt, RACI, Riesgos, ERS, Arquitectura, Mockups, Casos de Uso, RBAC, Plan de pruebas, Informe final, acta de cierre.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27983" y="5044967"/>
            <a:ext cx="3948414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8"/>
              </a:lnSpc>
            </a:pPr>
            <a:r>
              <a:rPr lang="en-US" sz="220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Documentos generados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637697" y="4878279"/>
            <a:ext cx="3948414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8"/>
              </a:lnSpc>
            </a:pPr>
            <a:r>
              <a:rPr lang="en-US" sz="220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Evidencias de programación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162221" y="5044967"/>
            <a:ext cx="3948414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8"/>
              </a:lnSpc>
            </a:pPr>
            <a:r>
              <a:rPr lang="en-US" sz="220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Evidencias de datos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-1052349" y="-3067212"/>
            <a:ext cx="20194657" cy="3895402"/>
            <a:chOff x="0" y="0"/>
            <a:chExt cx="5318757" cy="10259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318758" cy="1025949"/>
            </a:xfrm>
            <a:custGeom>
              <a:avLst/>
              <a:gdLst/>
              <a:ahLst/>
              <a:cxnLst/>
              <a:rect r="r" b="b" t="t" l="l"/>
              <a:pathLst>
                <a:path h="1025949" w="5318758">
                  <a:moveTo>
                    <a:pt x="0" y="0"/>
                  </a:moveTo>
                  <a:lnTo>
                    <a:pt x="5318758" y="0"/>
                  </a:lnTo>
                  <a:lnTo>
                    <a:pt x="5318758" y="1025949"/>
                  </a:lnTo>
                  <a:lnTo>
                    <a:pt x="0" y="1025949"/>
                  </a:lnTo>
                  <a:close/>
                </a:path>
              </a:pathLst>
            </a:custGeom>
            <a:solidFill>
              <a:srgbClr val="5E7DA1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5318757" cy="107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52349" y="-3067212"/>
            <a:ext cx="20194657" cy="3895402"/>
            <a:chOff x="0" y="0"/>
            <a:chExt cx="5318757" cy="1025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18758" cy="1025949"/>
            </a:xfrm>
            <a:custGeom>
              <a:avLst/>
              <a:gdLst/>
              <a:ahLst/>
              <a:cxnLst/>
              <a:rect r="r" b="b" t="t" l="l"/>
              <a:pathLst>
                <a:path h="1025949" w="5318758">
                  <a:moveTo>
                    <a:pt x="0" y="0"/>
                  </a:moveTo>
                  <a:lnTo>
                    <a:pt x="5318758" y="0"/>
                  </a:lnTo>
                  <a:lnTo>
                    <a:pt x="5318758" y="1025949"/>
                  </a:lnTo>
                  <a:lnTo>
                    <a:pt x="0" y="1025949"/>
                  </a:lnTo>
                  <a:close/>
                </a:path>
              </a:pathLst>
            </a:custGeom>
            <a:solidFill>
              <a:srgbClr val="5E7DA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318757" cy="107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26722" y="3991012"/>
            <a:ext cx="13836513" cy="2304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19"/>
              </a:lnSpc>
            </a:pPr>
            <a:r>
              <a:rPr lang="en-US" sz="75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DOCUMENTOS GENERADOS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52349" y="-3067212"/>
            <a:ext cx="20194657" cy="3895402"/>
            <a:chOff x="0" y="0"/>
            <a:chExt cx="5318757" cy="1025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18758" cy="1025949"/>
            </a:xfrm>
            <a:custGeom>
              <a:avLst/>
              <a:gdLst/>
              <a:ahLst/>
              <a:cxnLst/>
              <a:rect r="r" b="b" t="t" l="l"/>
              <a:pathLst>
                <a:path h="1025949" w="5318758">
                  <a:moveTo>
                    <a:pt x="0" y="0"/>
                  </a:moveTo>
                  <a:lnTo>
                    <a:pt x="5318758" y="0"/>
                  </a:lnTo>
                  <a:lnTo>
                    <a:pt x="5318758" y="1025949"/>
                  </a:lnTo>
                  <a:lnTo>
                    <a:pt x="0" y="1025949"/>
                  </a:lnTo>
                  <a:close/>
                </a:path>
              </a:pathLst>
            </a:custGeom>
            <a:solidFill>
              <a:srgbClr val="5E7DA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318757" cy="107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74984" y="1790813"/>
            <a:ext cx="16938031" cy="8363153"/>
          </a:xfrm>
          <a:custGeom>
            <a:avLst/>
            <a:gdLst/>
            <a:ahLst/>
            <a:cxnLst/>
            <a:rect r="r" b="b" t="t" l="l"/>
            <a:pathLst>
              <a:path h="8363153" w="16938031">
                <a:moveTo>
                  <a:pt x="0" y="0"/>
                </a:moveTo>
                <a:lnTo>
                  <a:pt x="16938032" y="0"/>
                </a:lnTo>
                <a:lnTo>
                  <a:pt x="16938032" y="8363153"/>
                </a:lnTo>
                <a:lnTo>
                  <a:pt x="0" y="83631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225743" y="1038225"/>
            <a:ext cx="13836513" cy="819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sz="5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EDT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52349" y="-3067212"/>
            <a:ext cx="20194657" cy="3895402"/>
            <a:chOff x="0" y="0"/>
            <a:chExt cx="5318757" cy="1025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18758" cy="1025949"/>
            </a:xfrm>
            <a:custGeom>
              <a:avLst/>
              <a:gdLst/>
              <a:ahLst/>
              <a:cxnLst/>
              <a:rect r="r" b="b" t="t" l="l"/>
              <a:pathLst>
                <a:path h="1025949" w="5318758">
                  <a:moveTo>
                    <a:pt x="0" y="0"/>
                  </a:moveTo>
                  <a:lnTo>
                    <a:pt x="5318758" y="0"/>
                  </a:lnTo>
                  <a:lnTo>
                    <a:pt x="5318758" y="1025949"/>
                  </a:lnTo>
                  <a:lnTo>
                    <a:pt x="0" y="1025949"/>
                  </a:lnTo>
                  <a:close/>
                </a:path>
              </a:pathLst>
            </a:custGeom>
            <a:solidFill>
              <a:srgbClr val="5E7DA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318757" cy="107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025702" y="1028700"/>
            <a:ext cx="14038554" cy="9072416"/>
          </a:xfrm>
          <a:custGeom>
            <a:avLst/>
            <a:gdLst/>
            <a:ahLst/>
            <a:cxnLst/>
            <a:rect r="r" b="b" t="t" l="l"/>
            <a:pathLst>
              <a:path h="9072416" w="14038554">
                <a:moveTo>
                  <a:pt x="0" y="0"/>
                </a:moveTo>
                <a:lnTo>
                  <a:pt x="14038554" y="0"/>
                </a:lnTo>
                <a:lnTo>
                  <a:pt x="14038554" y="9072416"/>
                </a:lnTo>
                <a:lnTo>
                  <a:pt x="0" y="90724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225743" y="209028"/>
            <a:ext cx="13836513" cy="619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EDT FASES ACTUALES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49897" y="4824104"/>
            <a:ext cx="3166344" cy="3090129"/>
            <a:chOff x="0" y="0"/>
            <a:chExt cx="453389" cy="44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3389" cy="442476"/>
            </a:xfrm>
            <a:custGeom>
              <a:avLst/>
              <a:gdLst/>
              <a:ahLst/>
              <a:cxnLst/>
              <a:rect r="r" b="b" t="t" l="l"/>
              <a:pathLst>
                <a:path h="442476" w="453389">
                  <a:moveTo>
                    <a:pt x="90467" y="0"/>
                  </a:moveTo>
                  <a:lnTo>
                    <a:pt x="362922" y="0"/>
                  </a:lnTo>
                  <a:cubicBezTo>
                    <a:pt x="386915" y="0"/>
                    <a:pt x="409926" y="9531"/>
                    <a:pt x="426892" y="26497"/>
                  </a:cubicBezTo>
                  <a:cubicBezTo>
                    <a:pt x="443858" y="43463"/>
                    <a:pt x="453389" y="66474"/>
                    <a:pt x="453389" y="90467"/>
                  </a:cubicBezTo>
                  <a:lnTo>
                    <a:pt x="453389" y="352008"/>
                  </a:lnTo>
                  <a:cubicBezTo>
                    <a:pt x="453389" y="376002"/>
                    <a:pt x="443858" y="399013"/>
                    <a:pt x="426892" y="415979"/>
                  </a:cubicBezTo>
                  <a:cubicBezTo>
                    <a:pt x="409926" y="432945"/>
                    <a:pt x="386915" y="442476"/>
                    <a:pt x="362922" y="442476"/>
                  </a:cubicBezTo>
                  <a:lnTo>
                    <a:pt x="90467" y="442476"/>
                  </a:lnTo>
                  <a:cubicBezTo>
                    <a:pt x="66474" y="442476"/>
                    <a:pt x="43463" y="432945"/>
                    <a:pt x="26497" y="415979"/>
                  </a:cubicBezTo>
                  <a:cubicBezTo>
                    <a:pt x="9531" y="399013"/>
                    <a:pt x="0" y="376002"/>
                    <a:pt x="0" y="352008"/>
                  </a:cubicBezTo>
                  <a:lnTo>
                    <a:pt x="0" y="90467"/>
                  </a:lnTo>
                  <a:cubicBezTo>
                    <a:pt x="0" y="66474"/>
                    <a:pt x="9531" y="43463"/>
                    <a:pt x="26497" y="26497"/>
                  </a:cubicBezTo>
                  <a:cubicBezTo>
                    <a:pt x="43463" y="9531"/>
                    <a:pt x="66474" y="0"/>
                    <a:pt x="90467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>
              <a:solidFill>
                <a:srgbClr val="5E7DA1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53389" cy="4996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4824104"/>
            <a:ext cx="3166344" cy="3090129"/>
            <a:chOff x="0" y="0"/>
            <a:chExt cx="453389" cy="4424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3389" cy="442476"/>
            </a:xfrm>
            <a:custGeom>
              <a:avLst/>
              <a:gdLst/>
              <a:ahLst/>
              <a:cxnLst/>
              <a:rect r="r" b="b" t="t" l="l"/>
              <a:pathLst>
                <a:path h="442476" w="453389">
                  <a:moveTo>
                    <a:pt x="90467" y="0"/>
                  </a:moveTo>
                  <a:lnTo>
                    <a:pt x="362922" y="0"/>
                  </a:lnTo>
                  <a:cubicBezTo>
                    <a:pt x="386915" y="0"/>
                    <a:pt x="409926" y="9531"/>
                    <a:pt x="426892" y="26497"/>
                  </a:cubicBezTo>
                  <a:cubicBezTo>
                    <a:pt x="443858" y="43463"/>
                    <a:pt x="453389" y="66474"/>
                    <a:pt x="453389" y="90467"/>
                  </a:cubicBezTo>
                  <a:lnTo>
                    <a:pt x="453389" y="352008"/>
                  </a:lnTo>
                  <a:cubicBezTo>
                    <a:pt x="453389" y="376002"/>
                    <a:pt x="443858" y="399013"/>
                    <a:pt x="426892" y="415979"/>
                  </a:cubicBezTo>
                  <a:cubicBezTo>
                    <a:pt x="409926" y="432945"/>
                    <a:pt x="386915" y="442476"/>
                    <a:pt x="362922" y="442476"/>
                  </a:cubicBezTo>
                  <a:lnTo>
                    <a:pt x="90467" y="442476"/>
                  </a:lnTo>
                  <a:cubicBezTo>
                    <a:pt x="66474" y="442476"/>
                    <a:pt x="43463" y="432945"/>
                    <a:pt x="26497" y="415979"/>
                  </a:cubicBezTo>
                  <a:cubicBezTo>
                    <a:pt x="9531" y="399013"/>
                    <a:pt x="0" y="376002"/>
                    <a:pt x="0" y="352008"/>
                  </a:cubicBezTo>
                  <a:lnTo>
                    <a:pt x="0" y="90467"/>
                  </a:lnTo>
                  <a:cubicBezTo>
                    <a:pt x="0" y="66474"/>
                    <a:pt x="9531" y="43463"/>
                    <a:pt x="26497" y="26497"/>
                  </a:cubicBezTo>
                  <a:cubicBezTo>
                    <a:pt x="43463" y="9531"/>
                    <a:pt x="66474" y="0"/>
                    <a:pt x="90467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>
              <a:solidFill>
                <a:srgbClr val="152C7A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453389" cy="4996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872655" y="3442971"/>
            <a:ext cx="1478433" cy="1478433"/>
            <a:chOff x="0" y="0"/>
            <a:chExt cx="1971244" cy="1971244"/>
          </a:xfrm>
        </p:grpSpPr>
        <p:grpSp>
          <p:nvGrpSpPr>
            <p:cNvPr name="Group 10" id="10"/>
            <p:cNvGrpSpPr>
              <a:grpSpLocks noChangeAspect="true"/>
            </p:cNvGrpSpPr>
            <p:nvPr/>
          </p:nvGrpSpPr>
          <p:grpSpPr>
            <a:xfrm rot="0">
              <a:off x="0" y="0"/>
              <a:ext cx="1971244" cy="1971244"/>
              <a:chOff x="0" y="0"/>
              <a:chExt cx="14400530" cy="1440053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4399261" cy="14399261"/>
              </a:xfrm>
              <a:custGeom>
                <a:avLst/>
                <a:gdLst/>
                <a:ahLst/>
                <a:cxnLst/>
                <a:rect r="r" b="b" t="t" l="l"/>
                <a:pathLst>
                  <a:path h="14399261" w="14399261">
                    <a:moveTo>
                      <a:pt x="7199630" y="0"/>
                    </a:moveTo>
                    <a:cubicBezTo>
                      <a:pt x="3223260" y="0"/>
                      <a:pt x="0" y="3223260"/>
                      <a:pt x="0" y="7199630"/>
                    </a:cubicBezTo>
                    <a:cubicBezTo>
                      <a:pt x="0" y="11176001"/>
                      <a:pt x="3223260" y="14399261"/>
                      <a:pt x="7199630" y="14399261"/>
                    </a:cubicBezTo>
                    <a:lnTo>
                      <a:pt x="14399261" y="14399261"/>
                    </a:lnTo>
                    <a:lnTo>
                      <a:pt x="14399261" y="7199630"/>
                    </a:lnTo>
                    <a:cubicBezTo>
                      <a:pt x="14400530" y="3223260"/>
                      <a:pt x="11176000" y="0"/>
                      <a:pt x="7199630" y="0"/>
                    </a:cubicBezTo>
                    <a:close/>
                  </a:path>
                </a:pathLst>
              </a:custGeom>
              <a:solidFill>
                <a:srgbClr val="152C7A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241932" y="275874"/>
              <a:ext cx="1482469" cy="1482469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-2700000">
            <a:off x="5193853" y="3442971"/>
            <a:ext cx="1478433" cy="1478433"/>
            <a:chOff x="0" y="0"/>
            <a:chExt cx="1971244" cy="1971244"/>
          </a:xfrm>
        </p:grpSpPr>
        <p:grpSp>
          <p:nvGrpSpPr>
            <p:cNvPr name="Group 16" id="16"/>
            <p:cNvGrpSpPr>
              <a:grpSpLocks noChangeAspect="true"/>
            </p:cNvGrpSpPr>
            <p:nvPr/>
          </p:nvGrpSpPr>
          <p:grpSpPr>
            <a:xfrm rot="5400000">
              <a:off x="0" y="0"/>
              <a:ext cx="1971244" cy="1971244"/>
              <a:chOff x="0" y="0"/>
              <a:chExt cx="14400530" cy="1440053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4399261" cy="14399261"/>
              </a:xfrm>
              <a:custGeom>
                <a:avLst/>
                <a:gdLst/>
                <a:ahLst/>
                <a:cxnLst/>
                <a:rect r="r" b="b" t="t" l="l"/>
                <a:pathLst>
                  <a:path h="14399261" w="14399261">
                    <a:moveTo>
                      <a:pt x="7199630" y="0"/>
                    </a:moveTo>
                    <a:cubicBezTo>
                      <a:pt x="3223260" y="0"/>
                      <a:pt x="0" y="3223260"/>
                      <a:pt x="0" y="7199630"/>
                    </a:cubicBezTo>
                    <a:cubicBezTo>
                      <a:pt x="0" y="11176001"/>
                      <a:pt x="3223260" y="14399261"/>
                      <a:pt x="7199630" y="14399261"/>
                    </a:cubicBezTo>
                    <a:lnTo>
                      <a:pt x="14399261" y="14399261"/>
                    </a:lnTo>
                    <a:lnTo>
                      <a:pt x="14399261" y="7199630"/>
                    </a:lnTo>
                    <a:cubicBezTo>
                      <a:pt x="14400530" y="3223260"/>
                      <a:pt x="11176000" y="0"/>
                      <a:pt x="7199630" y="0"/>
                    </a:cubicBezTo>
                    <a:close/>
                  </a:path>
                </a:pathLst>
              </a:custGeom>
              <a:solidFill>
                <a:srgbClr val="5E7DA1"/>
              </a:solid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228752" y="272908"/>
              <a:ext cx="1485435" cy="1485435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</p:grpSp>
      <p:grpSp>
        <p:nvGrpSpPr>
          <p:cNvPr name="Group 21" id="21"/>
          <p:cNvGrpSpPr/>
          <p:nvPr/>
        </p:nvGrpSpPr>
        <p:grpSpPr>
          <a:xfrm rot="0">
            <a:off x="7619835" y="4824104"/>
            <a:ext cx="3166344" cy="3090129"/>
            <a:chOff x="0" y="0"/>
            <a:chExt cx="453389" cy="44247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53389" cy="442476"/>
            </a:xfrm>
            <a:custGeom>
              <a:avLst/>
              <a:gdLst/>
              <a:ahLst/>
              <a:cxnLst/>
              <a:rect r="r" b="b" t="t" l="l"/>
              <a:pathLst>
                <a:path h="442476" w="453389">
                  <a:moveTo>
                    <a:pt x="90467" y="0"/>
                  </a:moveTo>
                  <a:lnTo>
                    <a:pt x="362922" y="0"/>
                  </a:lnTo>
                  <a:cubicBezTo>
                    <a:pt x="386915" y="0"/>
                    <a:pt x="409926" y="9531"/>
                    <a:pt x="426892" y="26497"/>
                  </a:cubicBezTo>
                  <a:cubicBezTo>
                    <a:pt x="443858" y="43463"/>
                    <a:pt x="453389" y="66474"/>
                    <a:pt x="453389" y="90467"/>
                  </a:cubicBezTo>
                  <a:lnTo>
                    <a:pt x="453389" y="352008"/>
                  </a:lnTo>
                  <a:cubicBezTo>
                    <a:pt x="453389" y="376002"/>
                    <a:pt x="443858" y="399013"/>
                    <a:pt x="426892" y="415979"/>
                  </a:cubicBezTo>
                  <a:cubicBezTo>
                    <a:pt x="409926" y="432945"/>
                    <a:pt x="386915" y="442476"/>
                    <a:pt x="362922" y="442476"/>
                  </a:cubicBezTo>
                  <a:lnTo>
                    <a:pt x="90467" y="442476"/>
                  </a:lnTo>
                  <a:cubicBezTo>
                    <a:pt x="66474" y="442476"/>
                    <a:pt x="43463" y="432945"/>
                    <a:pt x="26497" y="415979"/>
                  </a:cubicBezTo>
                  <a:cubicBezTo>
                    <a:pt x="9531" y="399013"/>
                    <a:pt x="0" y="376002"/>
                    <a:pt x="0" y="352008"/>
                  </a:cubicBezTo>
                  <a:lnTo>
                    <a:pt x="0" y="90467"/>
                  </a:lnTo>
                  <a:cubicBezTo>
                    <a:pt x="0" y="66474"/>
                    <a:pt x="9531" y="43463"/>
                    <a:pt x="26497" y="26497"/>
                  </a:cubicBezTo>
                  <a:cubicBezTo>
                    <a:pt x="43463" y="9531"/>
                    <a:pt x="66474" y="0"/>
                    <a:pt x="90467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>
              <a:solidFill>
                <a:srgbClr val="152C7A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453389" cy="4996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9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2700000">
            <a:off x="8463790" y="3442971"/>
            <a:ext cx="1478433" cy="1478433"/>
            <a:chOff x="0" y="0"/>
            <a:chExt cx="1971244" cy="1971244"/>
          </a:xfrm>
        </p:grpSpPr>
        <p:grpSp>
          <p:nvGrpSpPr>
            <p:cNvPr name="Group 25" id="25"/>
            <p:cNvGrpSpPr>
              <a:grpSpLocks noChangeAspect="true"/>
            </p:cNvGrpSpPr>
            <p:nvPr/>
          </p:nvGrpSpPr>
          <p:grpSpPr>
            <a:xfrm rot="0">
              <a:off x="0" y="0"/>
              <a:ext cx="1971244" cy="1971244"/>
              <a:chOff x="0" y="0"/>
              <a:chExt cx="14400530" cy="1440053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4399261" cy="14399261"/>
              </a:xfrm>
              <a:custGeom>
                <a:avLst/>
                <a:gdLst/>
                <a:ahLst/>
                <a:cxnLst/>
                <a:rect r="r" b="b" t="t" l="l"/>
                <a:pathLst>
                  <a:path h="14399261" w="14399261">
                    <a:moveTo>
                      <a:pt x="7199630" y="0"/>
                    </a:moveTo>
                    <a:cubicBezTo>
                      <a:pt x="3223260" y="0"/>
                      <a:pt x="0" y="3223260"/>
                      <a:pt x="0" y="7199630"/>
                    </a:cubicBezTo>
                    <a:cubicBezTo>
                      <a:pt x="0" y="11176001"/>
                      <a:pt x="3223260" y="14399261"/>
                      <a:pt x="7199630" y="14399261"/>
                    </a:cubicBezTo>
                    <a:lnTo>
                      <a:pt x="14399261" y="14399261"/>
                    </a:lnTo>
                    <a:lnTo>
                      <a:pt x="14399261" y="7199630"/>
                    </a:lnTo>
                    <a:cubicBezTo>
                      <a:pt x="14400530" y="3223260"/>
                      <a:pt x="11176000" y="0"/>
                      <a:pt x="7199630" y="0"/>
                    </a:cubicBezTo>
                    <a:close/>
                  </a:path>
                </a:pathLst>
              </a:custGeom>
              <a:solidFill>
                <a:srgbClr val="152C7A"/>
              </a:solidFill>
            </p:spPr>
          </p:sp>
        </p:grpSp>
        <p:grpSp>
          <p:nvGrpSpPr>
            <p:cNvPr name="Group 27" id="27"/>
            <p:cNvGrpSpPr/>
            <p:nvPr/>
          </p:nvGrpSpPr>
          <p:grpSpPr>
            <a:xfrm rot="0">
              <a:off x="241932" y="275874"/>
              <a:ext cx="1482469" cy="1482469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</p:grpSp>
      <p:grpSp>
        <p:nvGrpSpPr>
          <p:cNvPr name="Group 30" id="30"/>
          <p:cNvGrpSpPr/>
          <p:nvPr/>
        </p:nvGrpSpPr>
        <p:grpSpPr>
          <a:xfrm rot="0">
            <a:off x="10953092" y="4824104"/>
            <a:ext cx="3166344" cy="3090129"/>
            <a:chOff x="0" y="0"/>
            <a:chExt cx="453389" cy="44247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53389" cy="442476"/>
            </a:xfrm>
            <a:custGeom>
              <a:avLst/>
              <a:gdLst/>
              <a:ahLst/>
              <a:cxnLst/>
              <a:rect r="r" b="b" t="t" l="l"/>
              <a:pathLst>
                <a:path h="442476" w="453389">
                  <a:moveTo>
                    <a:pt x="90467" y="0"/>
                  </a:moveTo>
                  <a:lnTo>
                    <a:pt x="362922" y="0"/>
                  </a:lnTo>
                  <a:cubicBezTo>
                    <a:pt x="386915" y="0"/>
                    <a:pt x="409926" y="9531"/>
                    <a:pt x="426892" y="26497"/>
                  </a:cubicBezTo>
                  <a:cubicBezTo>
                    <a:pt x="443858" y="43463"/>
                    <a:pt x="453389" y="66474"/>
                    <a:pt x="453389" y="90467"/>
                  </a:cubicBezTo>
                  <a:lnTo>
                    <a:pt x="453389" y="352008"/>
                  </a:lnTo>
                  <a:cubicBezTo>
                    <a:pt x="453389" y="376002"/>
                    <a:pt x="443858" y="399013"/>
                    <a:pt x="426892" y="415979"/>
                  </a:cubicBezTo>
                  <a:cubicBezTo>
                    <a:pt x="409926" y="432945"/>
                    <a:pt x="386915" y="442476"/>
                    <a:pt x="362922" y="442476"/>
                  </a:cubicBezTo>
                  <a:lnTo>
                    <a:pt x="90467" y="442476"/>
                  </a:lnTo>
                  <a:cubicBezTo>
                    <a:pt x="66474" y="442476"/>
                    <a:pt x="43463" y="432945"/>
                    <a:pt x="26497" y="415979"/>
                  </a:cubicBezTo>
                  <a:cubicBezTo>
                    <a:pt x="9531" y="399013"/>
                    <a:pt x="0" y="376002"/>
                    <a:pt x="0" y="352008"/>
                  </a:cubicBezTo>
                  <a:lnTo>
                    <a:pt x="0" y="90467"/>
                  </a:lnTo>
                  <a:cubicBezTo>
                    <a:pt x="0" y="66474"/>
                    <a:pt x="9531" y="43463"/>
                    <a:pt x="26497" y="26497"/>
                  </a:cubicBezTo>
                  <a:cubicBezTo>
                    <a:pt x="43463" y="9531"/>
                    <a:pt x="66474" y="0"/>
                    <a:pt x="90467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>
              <a:solidFill>
                <a:srgbClr val="5E7DA1"/>
              </a:solidFill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453389" cy="4996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9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-2700000">
            <a:off x="11797048" y="3442971"/>
            <a:ext cx="1478433" cy="1478433"/>
            <a:chOff x="0" y="0"/>
            <a:chExt cx="1971244" cy="1971244"/>
          </a:xfrm>
        </p:grpSpPr>
        <p:grpSp>
          <p:nvGrpSpPr>
            <p:cNvPr name="Group 34" id="34"/>
            <p:cNvGrpSpPr>
              <a:grpSpLocks noChangeAspect="true"/>
            </p:cNvGrpSpPr>
            <p:nvPr/>
          </p:nvGrpSpPr>
          <p:grpSpPr>
            <a:xfrm rot="5400000">
              <a:off x="0" y="0"/>
              <a:ext cx="1971244" cy="1971244"/>
              <a:chOff x="0" y="0"/>
              <a:chExt cx="14400530" cy="1440053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4399261" cy="14399261"/>
              </a:xfrm>
              <a:custGeom>
                <a:avLst/>
                <a:gdLst/>
                <a:ahLst/>
                <a:cxnLst/>
                <a:rect r="r" b="b" t="t" l="l"/>
                <a:pathLst>
                  <a:path h="14399261" w="14399261">
                    <a:moveTo>
                      <a:pt x="7199630" y="0"/>
                    </a:moveTo>
                    <a:cubicBezTo>
                      <a:pt x="3223260" y="0"/>
                      <a:pt x="0" y="3223260"/>
                      <a:pt x="0" y="7199630"/>
                    </a:cubicBezTo>
                    <a:cubicBezTo>
                      <a:pt x="0" y="11176001"/>
                      <a:pt x="3223260" y="14399261"/>
                      <a:pt x="7199630" y="14399261"/>
                    </a:cubicBezTo>
                    <a:lnTo>
                      <a:pt x="14399261" y="14399261"/>
                    </a:lnTo>
                    <a:lnTo>
                      <a:pt x="14399261" y="7199630"/>
                    </a:lnTo>
                    <a:cubicBezTo>
                      <a:pt x="14400530" y="3223260"/>
                      <a:pt x="11176000" y="0"/>
                      <a:pt x="7199630" y="0"/>
                    </a:cubicBezTo>
                    <a:close/>
                  </a:path>
                </a:pathLst>
              </a:custGeom>
              <a:solidFill>
                <a:srgbClr val="5E7DA1"/>
              </a:solidFill>
            </p:spPr>
          </p:sp>
        </p:grpSp>
        <p:grpSp>
          <p:nvGrpSpPr>
            <p:cNvPr name="Group 36" id="36"/>
            <p:cNvGrpSpPr/>
            <p:nvPr/>
          </p:nvGrpSpPr>
          <p:grpSpPr>
            <a:xfrm rot="0">
              <a:off x="228752" y="272908"/>
              <a:ext cx="1485435" cy="1485435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</p:grpSp>
      <p:sp>
        <p:nvSpPr>
          <p:cNvPr name="Freeform 39" id="39"/>
          <p:cNvSpPr/>
          <p:nvPr/>
        </p:nvSpPr>
        <p:spPr>
          <a:xfrm flipH="false" flipV="false" rot="0">
            <a:off x="8856804" y="3846825"/>
            <a:ext cx="692405" cy="631977"/>
          </a:xfrm>
          <a:custGeom>
            <a:avLst/>
            <a:gdLst/>
            <a:ahLst/>
            <a:cxnLst/>
            <a:rect r="r" b="b" t="t" l="l"/>
            <a:pathLst>
              <a:path h="631977" w="692405">
                <a:moveTo>
                  <a:pt x="0" y="0"/>
                </a:moveTo>
                <a:lnTo>
                  <a:pt x="692405" y="0"/>
                </a:lnTo>
                <a:lnTo>
                  <a:pt x="692405" y="631977"/>
                </a:lnTo>
                <a:lnTo>
                  <a:pt x="0" y="6319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2189958" y="3759956"/>
            <a:ext cx="815524" cy="815524"/>
          </a:xfrm>
          <a:custGeom>
            <a:avLst/>
            <a:gdLst/>
            <a:ahLst/>
            <a:cxnLst/>
            <a:rect r="r" b="b" t="t" l="l"/>
            <a:pathLst>
              <a:path h="815524" w="815524">
                <a:moveTo>
                  <a:pt x="0" y="0"/>
                </a:moveTo>
                <a:lnTo>
                  <a:pt x="815524" y="0"/>
                </a:lnTo>
                <a:lnTo>
                  <a:pt x="815524" y="815524"/>
                </a:lnTo>
                <a:lnTo>
                  <a:pt x="0" y="8155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2130594" y="3734619"/>
            <a:ext cx="764934" cy="895136"/>
          </a:xfrm>
          <a:custGeom>
            <a:avLst/>
            <a:gdLst/>
            <a:ahLst/>
            <a:cxnLst/>
            <a:rect r="r" b="b" t="t" l="l"/>
            <a:pathLst>
              <a:path h="895136" w="764934">
                <a:moveTo>
                  <a:pt x="0" y="0"/>
                </a:moveTo>
                <a:lnTo>
                  <a:pt x="764934" y="0"/>
                </a:lnTo>
                <a:lnTo>
                  <a:pt x="764934" y="895136"/>
                </a:lnTo>
                <a:lnTo>
                  <a:pt x="0" y="8951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14290886" y="4824104"/>
            <a:ext cx="3166344" cy="3090129"/>
            <a:chOff x="0" y="0"/>
            <a:chExt cx="453389" cy="44247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53389" cy="442476"/>
            </a:xfrm>
            <a:custGeom>
              <a:avLst/>
              <a:gdLst/>
              <a:ahLst/>
              <a:cxnLst/>
              <a:rect r="r" b="b" t="t" l="l"/>
              <a:pathLst>
                <a:path h="442476" w="453389">
                  <a:moveTo>
                    <a:pt x="90467" y="0"/>
                  </a:moveTo>
                  <a:lnTo>
                    <a:pt x="362922" y="0"/>
                  </a:lnTo>
                  <a:cubicBezTo>
                    <a:pt x="386915" y="0"/>
                    <a:pt x="409926" y="9531"/>
                    <a:pt x="426892" y="26497"/>
                  </a:cubicBezTo>
                  <a:cubicBezTo>
                    <a:pt x="443858" y="43463"/>
                    <a:pt x="453389" y="66474"/>
                    <a:pt x="453389" y="90467"/>
                  </a:cubicBezTo>
                  <a:lnTo>
                    <a:pt x="453389" y="352008"/>
                  </a:lnTo>
                  <a:cubicBezTo>
                    <a:pt x="453389" y="376002"/>
                    <a:pt x="443858" y="399013"/>
                    <a:pt x="426892" y="415979"/>
                  </a:cubicBezTo>
                  <a:cubicBezTo>
                    <a:pt x="409926" y="432945"/>
                    <a:pt x="386915" y="442476"/>
                    <a:pt x="362922" y="442476"/>
                  </a:cubicBezTo>
                  <a:lnTo>
                    <a:pt x="90467" y="442476"/>
                  </a:lnTo>
                  <a:cubicBezTo>
                    <a:pt x="66474" y="442476"/>
                    <a:pt x="43463" y="432945"/>
                    <a:pt x="26497" y="415979"/>
                  </a:cubicBezTo>
                  <a:cubicBezTo>
                    <a:pt x="9531" y="399013"/>
                    <a:pt x="0" y="376002"/>
                    <a:pt x="0" y="352008"/>
                  </a:cubicBezTo>
                  <a:lnTo>
                    <a:pt x="0" y="90467"/>
                  </a:lnTo>
                  <a:cubicBezTo>
                    <a:pt x="0" y="66474"/>
                    <a:pt x="9531" y="43463"/>
                    <a:pt x="26497" y="26497"/>
                  </a:cubicBezTo>
                  <a:cubicBezTo>
                    <a:pt x="43463" y="9531"/>
                    <a:pt x="66474" y="0"/>
                    <a:pt x="90467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>
              <a:solidFill>
                <a:srgbClr val="152C7A"/>
              </a:solidFill>
              <a:prstDash val="solid"/>
              <a:round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453389" cy="4996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9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-2700000">
            <a:off x="15134842" y="3442971"/>
            <a:ext cx="1478433" cy="1478433"/>
            <a:chOff x="0" y="0"/>
            <a:chExt cx="1971244" cy="1971244"/>
          </a:xfrm>
        </p:grpSpPr>
        <p:grpSp>
          <p:nvGrpSpPr>
            <p:cNvPr name="Group 46" id="46"/>
            <p:cNvGrpSpPr>
              <a:grpSpLocks noChangeAspect="true"/>
            </p:cNvGrpSpPr>
            <p:nvPr/>
          </p:nvGrpSpPr>
          <p:grpSpPr>
            <a:xfrm rot="5400000">
              <a:off x="0" y="0"/>
              <a:ext cx="1971244" cy="1971244"/>
              <a:chOff x="0" y="0"/>
              <a:chExt cx="14400530" cy="1440053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14399261" cy="14399261"/>
              </a:xfrm>
              <a:custGeom>
                <a:avLst/>
                <a:gdLst/>
                <a:ahLst/>
                <a:cxnLst/>
                <a:rect r="r" b="b" t="t" l="l"/>
                <a:pathLst>
                  <a:path h="14399261" w="14399261">
                    <a:moveTo>
                      <a:pt x="7199630" y="0"/>
                    </a:moveTo>
                    <a:cubicBezTo>
                      <a:pt x="3223260" y="0"/>
                      <a:pt x="0" y="3223260"/>
                      <a:pt x="0" y="7199630"/>
                    </a:cubicBezTo>
                    <a:cubicBezTo>
                      <a:pt x="0" y="11176001"/>
                      <a:pt x="3223260" y="14399261"/>
                      <a:pt x="7199630" y="14399261"/>
                    </a:cubicBezTo>
                    <a:lnTo>
                      <a:pt x="14399261" y="14399261"/>
                    </a:lnTo>
                    <a:lnTo>
                      <a:pt x="14399261" y="7199630"/>
                    </a:lnTo>
                    <a:cubicBezTo>
                      <a:pt x="14400530" y="3223260"/>
                      <a:pt x="11176000" y="0"/>
                      <a:pt x="7199630" y="0"/>
                    </a:cubicBezTo>
                    <a:close/>
                  </a:path>
                </a:pathLst>
              </a:custGeom>
              <a:solidFill>
                <a:srgbClr val="152C7A"/>
              </a:solidFill>
            </p:spPr>
          </p:sp>
        </p:grpSp>
        <p:grpSp>
          <p:nvGrpSpPr>
            <p:cNvPr name="Group 48" id="48"/>
            <p:cNvGrpSpPr/>
            <p:nvPr/>
          </p:nvGrpSpPr>
          <p:grpSpPr>
            <a:xfrm rot="0">
              <a:off x="228752" y="272908"/>
              <a:ext cx="1485435" cy="1485435"/>
              <a:chOff x="0" y="0"/>
              <a:chExt cx="812800" cy="8128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</p:grpSp>
      <p:sp>
        <p:nvSpPr>
          <p:cNvPr name="Freeform 51" id="51"/>
          <p:cNvSpPr/>
          <p:nvPr/>
        </p:nvSpPr>
        <p:spPr>
          <a:xfrm flipH="false" flipV="false" rot="0">
            <a:off x="15468388" y="3734619"/>
            <a:ext cx="764934" cy="895136"/>
          </a:xfrm>
          <a:custGeom>
            <a:avLst/>
            <a:gdLst/>
            <a:ahLst/>
            <a:cxnLst/>
            <a:rect r="r" b="b" t="t" l="l"/>
            <a:pathLst>
              <a:path h="895136" w="764934">
                <a:moveTo>
                  <a:pt x="0" y="0"/>
                </a:moveTo>
                <a:lnTo>
                  <a:pt x="764935" y="0"/>
                </a:lnTo>
                <a:lnTo>
                  <a:pt x="764935" y="895136"/>
                </a:lnTo>
                <a:lnTo>
                  <a:pt x="0" y="8951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5464993" y="3892088"/>
            <a:ext cx="936153" cy="683392"/>
          </a:xfrm>
          <a:custGeom>
            <a:avLst/>
            <a:gdLst/>
            <a:ahLst/>
            <a:cxnLst/>
            <a:rect r="r" b="b" t="t" l="l"/>
            <a:pathLst>
              <a:path h="683392" w="936153">
                <a:moveTo>
                  <a:pt x="0" y="0"/>
                </a:moveTo>
                <a:lnTo>
                  <a:pt x="936153" y="0"/>
                </a:lnTo>
                <a:lnTo>
                  <a:pt x="936153" y="683392"/>
                </a:lnTo>
                <a:lnTo>
                  <a:pt x="0" y="68339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3" id="53"/>
          <p:cNvSpPr txBox="true"/>
          <p:nvPr/>
        </p:nvSpPr>
        <p:spPr>
          <a:xfrm rot="0">
            <a:off x="1566462" y="5370800"/>
            <a:ext cx="2618265" cy="396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5"/>
              </a:lnSpc>
              <a:spcBef>
                <a:spcPct val="0"/>
              </a:spcBef>
            </a:pPr>
            <a:r>
              <a:rPr lang="en-US" b="true" sz="2397" spc="-55">
                <a:solidFill>
                  <a:srgbClr val="000000"/>
                </a:solidFill>
                <a:latin typeface="Open Sans Ultra-Bold"/>
                <a:ea typeface="Open Sans Ultra-Bold"/>
                <a:cs typeface="Open Sans Ultra-Bold"/>
                <a:sym typeface="Open Sans Ultra-Bold"/>
              </a:rPr>
              <a:t>Portería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566462" y="5886642"/>
            <a:ext cx="2138174" cy="1208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5"/>
              </a:lnSpc>
            </a:pPr>
            <a:r>
              <a:rPr lang="en-US" sz="180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180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egistro de entradas/salidas por patente y bitácora del día.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157597" y="5370800"/>
            <a:ext cx="2628582" cy="396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5"/>
              </a:lnSpc>
              <a:spcBef>
                <a:spcPct val="0"/>
              </a:spcBef>
            </a:pPr>
            <a:r>
              <a:rPr lang="en-US" b="true" sz="2397" spc="-55">
                <a:solidFill>
                  <a:srgbClr val="000000"/>
                </a:solidFill>
                <a:latin typeface="Open Sans Ultra-Bold"/>
                <a:ea typeface="Open Sans Ultra-Bold"/>
                <a:cs typeface="Open Sans Ultra-Bold"/>
                <a:sym typeface="Open Sans Ultra-Bold"/>
              </a:rPr>
              <a:t>Mecánico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157597" y="5886642"/>
            <a:ext cx="2138174" cy="1512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5"/>
              </a:lnSpc>
            </a:pPr>
            <a:r>
              <a:rPr lang="en-US" sz="180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r>
              <a:rPr lang="en-US" sz="180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estión de tareas (iniciar, pausar, reanudar, cerrar) y carga de evidencias.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4836400" y="5370800"/>
            <a:ext cx="2628582" cy="396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5"/>
              </a:lnSpc>
              <a:spcBef>
                <a:spcPct val="0"/>
              </a:spcBef>
            </a:pPr>
            <a:r>
              <a:rPr lang="en-US" b="true" sz="2397" spc="-55">
                <a:solidFill>
                  <a:srgbClr val="000000"/>
                </a:solidFill>
                <a:latin typeface="Open Sans Ultra-Bold"/>
                <a:ea typeface="Open Sans Ultra-Bold"/>
                <a:cs typeface="Open Sans Ultra-Bold"/>
                <a:sym typeface="Open Sans Ultra-Bold"/>
              </a:rPr>
              <a:t>Supervisor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4836400" y="5886642"/>
            <a:ext cx="2138174" cy="1208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5"/>
              </a:lnSpc>
            </a:pPr>
            <a:r>
              <a:rPr lang="en-US" sz="180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180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reación y gestión de OT, tablero de estados, asignación de tareas.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1426125" y="5370800"/>
            <a:ext cx="2693311" cy="396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5"/>
              </a:lnSpc>
              <a:spcBef>
                <a:spcPct val="0"/>
              </a:spcBef>
            </a:pPr>
            <a:r>
              <a:rPr lang="en-US" b="true" sz="2397" spc="-55">
                <a:solidFill>
                  <a:srgbClr val="000000"/>
                </a:solidFill>
                <a:latin typeface="Open Sans Ultra-Bold"/>
                <a:ea typeface="Open Sans Ultra-Bold"/>
                <a:cs typeface="Open Sans Ultra-Bold"/>
                <a:sym typeface="Open Sans Ultra-Bold"/>
              </a:rPr>
              <a:t>Analista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1426125" y="5886642"/>
            <a:ext cx="2138174" cy="1817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5"/>
              </a:lnSpc>
            </a:pPr>
            <a:r>
              <a:rPr lang="en-US" sz="180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</a:t>
            </a:r>
            <a:r>
              <a:rPr lang="en-US" sz="180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isualización de indicadores básicos (entradas vs salidas, horas-hombre, duraciones).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4763919" y="5370800"/>
            <a:ext cx="2693311" cy="396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5"/>
              </a:lnSpc>
              <a:spcBef>
                <a:spcPct val="0"/>
              </a:spcBef>
            </a:pPr>
            <a:r>
              <a:rPr lang="en-US" b="true" sz="2397" spc="-55">
                <a:solidFill>
                  <a:srgbClr val="000000"/>
                </a:solidFill>
                <a:latin typeface="Open Sans Ultra-Bold"/>
                <a:ea typeface="Open Sans Ultra-Bold"/>
                <a:cs typeface="Open Sans Ultra-Bold"/>
                <a:sym typeface="Open Sans Ultra-Bold"/>
              </a:rPr>
              <a:t>Administrador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4763919" y="5886642"/>
            <a:ext cx="2138174" cy="90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5"/>
              </a:lnSpc>
            </a:pPr>
            <a:r>
              <a:rPr lang="en-US" sz="180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r>
              <a:rPr lang="en-US" sz="180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estión de usuarios y roles, reportes y auditoría.</a:t>
            </a:r>
          </a:p>
        </p:txBody>
      </p:sp>
      <p:grpSp>
        <p:nvGrpSpPr>
          <p:cNvPr name="Group 63" id="63"/>
          <p:cNvGrpSpPr/>
          <p:nvPr/>
        </p:nvGrpSpPr>
        <p:grpSpPr>
          <a:xfrm rot="2700000">
            <a:off x="14836942" y="550429"/>
            <a:ext cx="3393988" cy="1567256"/>
            <a:chOff x="0" y="0"/>
            <a:chExt cx="893890" cy="412775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93890" cy="412775"/>
            </a:xfrm>
            <a:custGeom>
              <a:avLst/>
              <a:gdLst/>
              <a:ahLst/>
              <a:cxnLst/>
              <a:rect r="r" b="b" t="t" l="l"/>
              <a:pathLst>
                <a:path h="412775" w="893890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6" id="66"/>
          <p:cNvSpPr/>
          <p:nvPr/>
        </p:nvSpPr>
        <p:spPr>
          <a:xfrm flipH="false" flipV="false" rot="-10800000">
            <a:off x="13871465" y="-189523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77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7" id="67"/>
          <p:cNvSpPr txBox="true"/>
          <p:nvPr/>
        </p:nvSpPr>
        <p:spPr>
          <a:xfrm rot="0">
            <a:off x="1028700" y="1863039"/>
            <a:ext cx="16230600" cy="845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63"/>
              </a:lnSpc>
            </a:pPr>
            <a:r>
              <a:rPr lang="en-US" sz="6177" spc="19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RBAC</a:t>
            </a:r>
          </a:p>
        </p:txBody>
      </p:sp>
      <p:grpSp>
        <p:nvGrpSpPr>
          <p:cNvPr name="Group 68" id="68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152C7A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52349" y="-3067212"/>
            <a:ext cx="20194657" cy="3895402"/>
            <a:chOff x="0" y="0"/>
            <a:chExt cx="5318757" cy="1025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18758" cy="1025949"/>
            </a:xfrm>
            <a:custGeom>
              <a:avLst/>
              <a:gdLst/>
              <a:ahLst/>
              <a:cxnLst/>
              <a:rect r="r" b="b" t="t" l="l"/>
              <a:pathLst>
                <a:path h="1025949" w="5318758">
                  <a:moveTo>
                    <a:pt x="0" y="0"/>
                  </a:moveTo>
                  <a:lnTo>
                    <a:pt x="5318758" y="0"/>
                  </a:lnTo>
                  <a:lnTo>
                    <a:pt x="5318758" y="1025949"/>
                  </a:lnTo>
                  <a:lnTo>
                    <a:pt x="0" y="1025949"/>
                  </a:lnTo>
                  <a:close/>
                </a:path>
              </a:pathLst>
            </a:custGeom>
            <a:solidFill>
              <a:srgbClr val="5E7DA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318757" cy="107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91136" y="1945580"/>
            <a:ext cx="16505728" cy="7097463"/>
          </a:xfrm>
          <a:custGeom>
            <a:avLst/>
            <a:gdLst/>
            <a:ahLst/>
            <a:cxnLst/>
            <a:rect r="r" b="b" t="t" l="l"/>
            <a:pathLst>
              <a:path h="7097463" w="16505728">
                <a:moveTo>
                  <a:pt x="0" y="0"/>
                </a:moveTo>
                <a:lnTo>
                  <a:pt x="16505728" y="0"/>
                </a:lnTo>
                <a:lnTo>
                  <a:pt x="16505728" y="7097463"/>
                </a:lnTo>
                <a:lnTo>
                  <a:pt x="0" y="70974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225743" y="1038225"/>
            <a:ext cx="13836513" cy="819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sz="5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GANNTT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52349" y="-3067212"/>
            <a:ext cx="20194657" cy="3895402"/>
            <a:chOff x="0" y="0"/>
            <a:chExt cx="5318757" cy="1025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18758" cy="1025949"/>
            </a:xfrm>
            <a:custGeom>
              <a:avLst/>
              <a:gdLst/>
              <a:ahLst/>
              <a:cxnLst/>
              <a:rect r="r" b="b" t="t" l="l"/>
              <a:pathLst>
                <a:path h="1025949" w="5318758">
                  <a:moveTo>
                    <a:pt x="0" y="0"/>
                  </a:moveTo>
                  <a:lnTo>
                    <a:pt x="5318758" y="0"/>
                  </a:lnTo>
                  <a:lnTo>
                    <a:pt x="5318758" y="1025949"/>
                  </a:lnTo>
                  <a:lnTo>
                    <a:pt x="0" y="1025949"/>
                  </a:lnTo>
                  <a:close/>
                </a:path>
              </a:pathLst>
            </a:custGeom>
            <a:solidFill>
              <a:srgbClr val="5E7DA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318757" cy="107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aphicFrame>
        <p:nvGraphicFramePr>
          <p:cNvPr name="Object 6" id="6"/>
          <p:cNvGraphicFramePr/>
          <p:nvPr/>
        </p:nvGraphicFramePr>
        <p:xfrm>
          <a:off x="3853912" y="1595375"/>
          <a:ext cx="10772775" cy="13830300"/>
        </p:xfrm>
        <a:graphic>
          <a:graphicData uri="http://schemas.openxmlformats.org/presentationml/2006/ole">
            <p:oleObj imgW="13525500" imgH="165862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2673082" y="914056"/>
            <a:ext cx="12743793" cy="763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78"/>
              </a:lnSpc>
            </a:pPr>
            <a:r>
              <a:rPr lang="en-US" sz="506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RACI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52349" y="-3067212"/>
            <a:ext cx="20194657" cy="3895402"/>
            <a:chOff x="0" y="0"/>
            <a:chExt cx="5318757" cy="1025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18758" cy="1025949"/>
            </a:xfrm>
            <a:custGeom>
              <a:avLst/>
              <a:gdLst/>
              <a:ahLst/>
              <a:cxnLst/>
              <a:rect r="r" b="b" t="t" l="l"/>
              <a:pathLst>
                <a:path h="1025949" w="5318758">
                  <a:moveTo>
                    <a:pt x="0" y="0"/>
                  </a:moveTo>
                  <a:lnTo>
                    <a:pt x="5318758" y="0"/>
                  </a:lnTo>
                  <a:lnTo>
                    <a:pt x="5318758" y="1025949"/>
                  </a:lnTo>
                  <a:lnTo>
                    <a:pt x="0" y="1025949"/>
                  </a:lnTo>
                  <a:close/>
                </a:path>
              </a:pathLst>
            </a:custGeom>
            <a:solidFill>
              <a:srgbClr val="5E7DA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318757" cy="107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aphicFrame>
        <p:nvGraphicFramePr>
          <p:cNvPr name="Object 6" id="6"/>
          <p:cNvGraphicFramePr/>
          <p:nvPr/>
        </p:nvGraphicFramePr>
        <p:xfrm>
          <a:off x="1084741" y="2457770"/>
          <a:ext cx="28374975" cy="5448300"/>
        </p:xfrm>
        <a:graphic>
          <a:graphicData uri="http://schemas.openxmlformats.org/presentationml/2006/ole">
            <p:oleObj imgW="34048700" imgH="111252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2126722" y="1276157"/>
            <a:ext cx="13836513" cy="819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sz="5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RIESGOS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52349" y="-3067212"/>
            <a:ext cx="20194657" cy="3895402"/>
            <a:chOff x="0" y="0"/>
            <a:chExt cx="5318757" cy="1025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18758" cy="1025949"/>
            </a:xfrm>
            <a:custGeom>
              <a:avLst/>
              <a:gdLst/>
              <a:ahLst/>
              <a:cxnLst/>
              <a:rect r="r" b="b" t="t" l="l"/>
              <a:pathLst>
                <a:path h="1025949" w="5318758">
                  <a:moveTo>
                    <a:pt x="0" y="0"/>
                  </a:moveTo>
                  <a:lnTo>
                    <a:pt x="5318758" y="0"/>
                  </a:lnTo>
                  <a:lnTo>
                    <a:pt x="5318758" y="1025949"/>
                  </a:lnTo>
                  <a:lnTo>
                    <a:pt x="0" y="1025949"/>
                  </a:lnTo>
                  <a:close/>
                </a:path>
              </a:pathLst>
            </a:custGeom>
            <a:solidFill>
              <a:srgbClr val="5E7DA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318757" cy="107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94517" y="2439887"/>
            <a:ext cx="8553957" cy="5613534"/>
          </a:xfrm>
          <a:custGeom>
            <a:avLst/>
            <a:gdLst/>
            <a:ahLst/>
            <a:cxnLst/>
            <a:rect r="r" b="b" t="t" l="l"/>
            <a:pathLst>
              <a:path h="5613534" w="8553957">
                <a:moveTo>
                  <a:pt x="0" y="0"/>
                </a:moveTo>
                <a:lnTo>
                  <a:pt x="8553957" y="0"/>
                </a:lnTo>
                <a:lnTo>
                  <a:pt x="8553957" y="5613534"/>
                </a:lnTo>
                <a:lnTo>
                  <a:pt x="0" y="56135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044979" y="2439887"/>
            <a:ext cx="8981655" cy="5613534"/>
          </a:xfrm>
          <a:custGeom>
            <a:avLst/>
            <a:gdLst/>
            <a:ahLst/>
            <a:cxnLst/>
            <a:rect r="r" b="b" t="t" l="l"/>
            <a:pathLst>
              <a:path h="5613534" w="8981655">
                <a:moveTo>
                  <a:pt x="0" y="0"/>
                </a:moveTo>
                <a:lnTo>
                  <a:pt x="8981655" y="0"/>
                </a:lnTo>
                <a:lnTo>
                  <a:pt x="8981655" y="5613534"/>
                </a:lnTo>
                <a:lnTo>
                  <a:pt x="0" y="5613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26722" y="1276157"/>
            <a:ext cx="13836513" cy="819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sz="5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CASOS DE USO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52349" y="-3067212"/>
            <a:ext cx="20194657" cy="3895402"/>
            <a:chOff x="0" y="0"/>
            <a:chExt cx="5318757" cy="1025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18758" cy="1025949"/>
            </a:xfrm>
            <a:custGeom>
              <a:avLst/>
              <a:gdLst/>
              <a:ahLst/>
              <a:cxnLst/>
              <a:rect r="r" b="b" t="t" l="l"/>
              <a:pathLst>
                <a:path h="1025949" w="5318758">
                  <a:moveTo>
                    <a:pt x="0" y="0"/>
                  </a:moveTo>
                  <a:lnTo>
                    <a:pt x="5318758" y="0"/>
                  </a:lnTo>
                  <a:lnTo>
                    <a:pt x="5318758" y="1025949"/>
                  </a:lnTo>
                  <a:lnTo>
                    <a:pt x="0" y="1025949"/>
                  </a:lnTo>
                  <a:close/>
                </a:path>
              </a:pathLst>
            </a:custGeom>
            <a:solidFill>
              <a:srgbClr val="5E7DA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318757" cy="107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708866" y="2439887"/>
            <a:ext cx="7906387" cy="5613534"/>
          </a:xfrm>
          <a:custGeom>
            <a:avLst/>
            <a:gdLst/>
            <a:ahLst/>
            <a:cxnLst/>
            <a:rect r="r" b="b" t="t" l="l"/>
            <a:pathLst>
              <a:path h="5613534" w="7906387">
                <a:moveTo>
                  <a:pt x="0" y="0"/>
                </a:moveTo>
                <a:lnTo>
                  <a:pt x="7906386" y="0"/>
                </a:lnTo>
                <a:lnTo>
                  <a:pt x="7906386" y="5613534"/>
                </a:lnTo>
                <a:lnTo>
                  <a:pt x="0" y="56135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82574" y="2439887"/>
            <a:ext cx="8832062" cy="5520039"/>
          </a:xfrm>
          <a:custGeom>
            <a:avLst/>
            <a:gdLst/>
            <a:ahLst/>
            <a:cxnLst/>
            <a:rect r="r" b="b" t="t" l="l"/>
            <a:pathLst>
              <a:path h="5520039" w="8832062">
                <a:moveTo>
                  <a:pt x="0" y="0"/>
                </a:moveTo>
                <a:lnTo>
                  <a:pt x="8832062" y="0"/>
                </a:lnTo>
                <a:lnTo>
                  <a:pt x="8832062" y="5520039"/>
                </a:lnTo>
                <a:lnTo>
                  <a:pt x="0" y="5520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26722" y="1276157"/>
            <a:ext cx="13836513" cy="819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sz="5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CASOS DE USO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52349" y="-3067212"/>
            <a:ext cx="20194657" cy="3895402"/>
            <a:chOff x="0" y="0"/>
            <a:chExt cx="5318757" cy="1025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18758" cy="1025949"/>
            </a:xfrm>
            <a:custGeom>
              <a:avLst/>
              <a:gdLst/>
              <a:ahLst/>
              <a:cxnLst/>
              <a:rect r="r" b="b" t="t" l="l"/>
              <a:pathLst>
                <a:path h="1025949" w="5318758">
                  <a:moveTo>
                    <a:pt x="0" y="0"/>
                  </a:moveTo>
                  <a:lnTo>
                    <a:pt x="5318758" y="0"/>
                  </a:lnTo>
                  <a:lnTo>
                    <a:pt x="5318758" y="1025949"/>
                  </a:lnTo>
                  <a:lnTo>
                    <a:pt x="0" y="1025949"/>
                  </a:lnTo>
                  <a:close/>
                </a:path>
              </a:pathLst>
            </a:custGeom>
            <a:solidFill>
              <a:srgbClr val="5E7DA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318757" cy="107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80142" y="2439887"/>
            <a:ext cx="8264837" cy="5031220"/>
          </a:xfrm>
          <a:custGeom>
            <a:avLst/>
            <a:gdLst/>
            <a:ahLst/>
            <a:cxnLst/>
            <a:rect r="r" b="b" t="t" l="l"/>
            <a:pathLst>
              <a:path h="5031220" w="8264837">
                <a:moveTo>
                  <a:pt x="0" y="0"/>
                </a:moveTo>
                <a:lnTo>
                  <a:pt x="8264837" y="0"/>
                </a:lnTo>
                <a:lnTo>
                  <a:pt x="8264837" y="5031219"/>
                </a:lnTo>
                <a:lnTo>
                  <a:pt x="0" y="50312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564224" y="2439887"/>
            <a:ext cx="8264837" cy="5031220"/>
          </a:xfrm>
          <a:custGeom>
            <a:avLst/>
            <a:gdLst/>
            <a:ahLst/>
            <a:cxnLst/>
            <a:rect r="r" b="b" t="t" l="l"/>
            <a:pathLst>
              <a:path h="5031220" w="8264837">
                <a:moveTo>
                  <a:pt x="0" y="0"/>
                </a:moveTo>
                <a:lnTo>
                  <a:pt x="8264837" y="0"/>
                </a:lnTo>
                <a:lnTo>
                  <a:pt x="8264837" y="5031219"/>
                </a:lnTo>
                <a:lnTo>
                  <a:pt x="0" y="50312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26722" y="1276157"/>
            <a:ext cx="13836513" cy="819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sz="5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CASOS DE USO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52349" y="-3067212"/>
            <a:ext cx="20194657" cy="3895402"/>
            <a:chOff x="0" y="0"/>
            <a:chExt cx="5318757" cy="1025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18758" cy="1025949"/>
            </a:xfrm>
            <a:custGeom>
              <a:avLst/>
              <a:gdLst/>
              <a:ahLst/>
              <a:cxnLst/>
              <a:rect r="r" b="b" t="t" l="l"/>
              <a:pathLst>
                <a:path h="1025949" w="5318758">
                  <a:moveTo>
                    <a:pt x="0" y="0"/>
                  </a:moveTo>
                  <a:lnTo>
                    <a:pt x="5318758" y="0"/>
                  </a:lnTo>
                  <a:lnTo>
                    <a:pt x="5318758" y="1025949"/>
                  </a:lnTo>
                  <a:lnTo>
                    <a:pt x="0" y="1025949"/>
                  </a:lnTo>
                  <a:close/>
                </a:path>
              </a:pathLst>
            </a:custGeom>
            <a:solidFill>
              <a:srgbClr val="5E7DA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318757" cy="107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572736" y="2263604"/>
            <a:ext cx="9142527" cy="5759792"/>
          </a:xfrm>
          <a:custGeom>
            <a:avLst/>
            <a:gdLst/>
            <a:ahLst/>
            <a:cxnLst/>
            <a:rect r="r" b="b" t="t" l="l"/>
            <a:pathLst>
              <a:path h="5759792" w="9142527">
                <a:moveTo>
                  <a:pt x="0" y="0"/>
                </a:moveTo>
                <a:lnTo>
                  <a:pt x="9142528" y="0"/>
                </a:lnTo>
                <a:lnTo>
                  <a:pt x="9142528" y="5759792"/>
                </a:lnTo>
                <a:lnTo>
                  <a:pt x="0" y="57597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26722" y="1276157"/>
            <a:ext cx="13836513" cy="819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sz="5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CASOS DE USO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52349" y="-3067212"/>
            <a:ext cx="20194657" cy="3895402"/>
            <a:chOff x="0" y="0"/>
            <a:chExt cx="5318757" cy="1025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18758" cy="1025949"/>
            </a:xfrm>
            <a:custGeom>
              <a:avLst/>
              <a:gdLst/>
              <a:ahLst/>
              <a:cxnLst/>
              <a:rect r="r" b="b" t="t" l="l"/>
              <a:pathLst>
                <a:path h="1025949" w="5318758">
                  <a:moveTo>
                    <a:pt x="0" y="0"/>
                  </a:moveTo>
                  <a:lnTo>
                    <a:pt x="5318758" y="0"/>
                  </a:lnTo>
                  <a:lnTo>
                    <a:pt x="5318758" y="1025949"/>
                  </a:lnTo>
                  <a:lnTo>
                    <a:pt x="0" y="1025949"/>
                  </a:lnTo>
                  <a:close/>
                </a:path>
              </a:pathLst>
            </a:custGeom>
            <a:solidFill>
              <a:srgbClr val="5E7DA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318757" cy="107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1988" y="3124893"/>
            <a:ext cx="8022991" cy="4539655"/>
          </a:xfrm>
          <a:custGeom>
            <a:avLst/>
            <a:gdLst/>
            <a:ahLst/>
            <a:cxnLst/>
            <a:rect r="r" b="b" t="t" l="l"/>
            <a:pathLst>
              <a:path h="4539655" w="8022991">
                <a:moveTo>
                  <a:pt x="0" y="0"/>
                </a:moveTo>
                <a:lnTo>
                  <a:pt x="8022991" y="0"/>
                </a:lnTo>
                <a:lnTo>
                  <a:pt x="8022991" y="4539654"/>
                </a:lnTo>
                <a:lnTo>
                  <a:pt x="0" y="45396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837406" y="3124893"/>
            <a:ext cx="7994836" cy="4539655"/>
          </a:xfrm>
          <a:custGeom>
            <a:avLst/>
            <a:gdLst/>
            <a:ahLst/>
            <a:cxnLst/>
            <a:rect r="r" b="b" t="t" l="l"/>
            <a:pathLst>
              <a:path h="4539655" w="7994836">
                <a:moveTo>
                  <a:pt x="0" y="0"/>
                </a:moveTo>
                <a:lnTo>
                  <a:pt x="7994837" y="0"/>
                </a:lnTo>
                <a:lnTo>
                  <a:pt x="7994837" y="4539654"/>
                </a:lnTo>
                <a:lnTo>
                  <a:pt x="0" y="45396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26722" y="1276157"/>
            <a:ext cx="13836513" cy="819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sz="5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MOCKUPS INICIALES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52349" y="-3067212"/>
            <a:ext cx="20194657" cy="3895402"/>
            <a:chOff x="0" y="0"/>
            <a:chExt cx="5318757" cy="1025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18758" cy="1025949"/>
            </a:xfrm>
            <a:custGeom>
              <a:avLst/>
              <a:gdLst/>
              <a:ahLst/>
              <a:cxnLst/>
              <a:rect r="r" b="b" t="t" l="l"/>
              <a:pathLst>
                <a:path h="1025949" w="5318758">
                  <a:moveTo>
                    <a:pt x="0" y="0"/>
                  </a:moveTo>
                  <a:lnTo>
                    <a:pt x="5318758" y="0"/>
                  </a:lnTo>
                  <a:lnTo>
                    <a:pt x="5318758" y="1025949"/>
                  </a:lnTo>
                  <a:lnTo>
                    <a:pt x="0" y="1025949"/>
                  </a:lnTo>
                  <a:close/>
                </a:path>
              </a:pathLst>
            </a:custGeom>
            <a:solidFill>
              <a:srgbClr val="5E7DA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318757" cy="107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91901" y="2923926"/>
            <a:ext cx="8270675" cy="4654720"/>
          </a:xfrm>
          <a:custGeom>
            <a:avLst/>
            <a:gdLst/>
            <a:ahLst/>
            <a:cxnLst/>
            <a:rect r="r" b="b" t="t" l="l"/>
            <a:pathLst>
              <a:path h="4654720" w="8270675">
                <a:moveTo>
                  <a:pt x="0" y="0"/>
                </a:moveTo>
                <a:lnTo>
                  <a:pt x="8270675" y="0"/>
                </a:lnTo>
                <a:lnTo>
                  <a:pt x="8270675" y="4654720"/>
                </a:lnTo>
                <a:lnTo>
                  <a:pt x="0" y="465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325807" y="2923926"/>
            <a:ext cx="8330205" cy="4654720"/>
          </a:xfrm>
          <a:custGeom>
            <a:avLst/>
            <a:gdLst/>
            <a:ahLst/>
            <a:cxnLst/>
            <a:rect r="r" b="b" t="t" l="l"/>
            <a:pathLst>
              <a:path h="4654720" w="8330205">
                <a:moveTo>
                  <a:pt x="0" y="0"/>
                </a:moveTo>
                <a:lnTo>
                  <a:pt x="8330205" y="0"/>
                </a:lnTo>
                <a:lnTo>
                  <a:pt x="8330205" y="4654720"/>
                </a:lnTo>
                <a:lnTo>
                  <a:pt x="0" y="46547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26722" y="1276157"/>
            <a:ext cx="13836513" cy="819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sz="5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MOCKUPS INICIALES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52349" y="-3067212"/>
            <a:ext cx="20194657" cy="3895402"/>
            <a:chOff x="0" y="0"/>
            <a:chExt cx="5318757" cy="1025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18758" cy="1025949"/>
            </a:xfrm>
            <a:custGeom>
              <a:avLst/>
              <a:gdLst/>
              <a:ahLst/>
              <a:cxnLst/>
              <a:rect r="r" b="b" t="t" l="l"/>
              <a:pathLst>
                <a:path h="1025949" w="5318758">
                  <a:moveTo>
                    <a:pt x="0" y="0"/>
                  </a:moveTo>
                  <a:lnTo>
                    <a:pt x="5318758" y="0"/>
                  </a:lnTo>
                  <a:lnTo>
                    <a:pt x="5318758" y="1025949"/>
                  </a:lnTo>
                  <a:lnTo>
                    <a:pt x="0" y="1025949"/>
                  </a:lnTo>
                  <a:close/>
                </a:path>
              </a:pathLst>
            </a:custGeom>
            <a:solidFill>
              <a:srgbClr val="5E7DA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318757" cy="107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32514" y="3838202"/>
            <a:ext cx="7602152" cy="4247551"/>
          </a:xfrm>
          <a:custGeom>
            <a:avLst/>
            <a:gdLst/>
            <a:ahLst/>
            <a:cxnLst/>
            <a:rect r="r" b="b" t="t" l="l"/>
            <a:pathLst>
              <a:path h="4247551" w="7602152">
                <a:moveTo>
                  <a:pt x="0" y="0"/>
                </a:moveTo>
                <a:lnTo>
                  <a:pt x="7602152" y="0"/>
                </a:lnTo>
                <a:lnTo>
                  <a:pt x="7602152" y="4247551"/>
                </a:lnTo>
                <a:lnTo>
                  <a:pt x="0" y="42475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426444" y="3301785"/>
            <a:ext cx="9513568" cy="5320384"/>
          </a:xfrm>
          <a:custGeom>
            <a:avLst/>
            <a:gdLst/>
            <a:ahLst/>
            <a:cxnLst/>
            <a:rect r="r" b="b" t="t" l="l"/>
            <a:pathLst>
              <a:path h="5320384" w="9513568">
                <a:moveTo>
                  <a:pt x="0" y="0"/>
                </a:moveTo>
                <a:lnTo>
                  <a:pt x="9513568" y="0"/>
                </a:lnTo>
                <a:lnTo>
                  <a:pt x="9513568" y="5320384"/>
                </a:lnTo>
                <a:lnTo>
                  <a:pt x="0" y="53203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26722" y="1276157"/>
            <a:ext cx="13836513" cy="819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sz="5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MOCKUPS INICIALES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52349" y="-3067212"/>
            <a:ext cx="20194657" cy="3895402"/>
            <a:chOff x="0" y="0"/>
            <a:chExt cx="5318757" cy="1025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18758" cy="1025949"/>
            </a:xfrm>
            <a:custGeom>
              <a:avLst/>
              <a:gdLst/>
              <a:ahLst/>
              <a:cxnLst/>
              <a:rect r="r" b="b" t="t" l="l"/>
              <a:pathLst>
                <a:path h="1025949" w="5318758">
                  <a:moveTo>
                    <a:pt x="0" y="0"/>
                  </a:moveTo>
                  <a:lnTo>
                    <a:pt x="5318758" y="0"/>
                  </a:lnTo>
                  <a:lnTo>
                    <a:pt x="5318758" y="1025949"/>
                  </a:lnTo>
                  <a:lnTo>
                    <a:pt x="0" y="1025949"/>
                  </a:lnTo>
                  <a:close/>
                </a:path>
              </a:pathLst>
            </a:custGeom>
            <a:solidFill>
              <a:srgbClr val="5E7DA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318757" cy="107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393273" y="2533382"/>
            <a:ext cx="11303412" cy="6469362"/>
          </a:xfrm>
          <a:custGeom>
            <a:avLst/>
            <a:gdLst/>
            <a:ahLst/>
            <a:cxnLst/>
            <a:rect r="r" b="b" t="t" l="l"/>
            <a:pathLst>
              <a:path h="6469362" w="11303412">
                <a:moveTo>
                  <a:pt x="0" y="0"/>
                </a:moveTo>
                <a:lnTo>
                  <a:pt x="11303412" y="0"/>
                </a:lnTo>
                <a:lnTo>
                  <a:pt x="11303412" y="6469362"/>
                </a:lnTo>
                <a:lnTo>
                  <a:pt x="0" y="64693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26722" y="1276157"/>
            <a:ext cx="13836513" cy="819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sz="5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MOCKUPS INICIALES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52349" y="-3067212"/>
            <a:ext cx="20194657" cy="3895402"/>
            <a:chOff x="0" y="0"/>
            <a:chExt cx="5318757" cy="1025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18758" cy="1025949"/>
            </a:xfrm>
            <a:custGeom>
              <a:avLst/>
              <a:gdLst/>
              <a:ahLst/>
              <a:cxnLst/>
              <a:rect r="r" b="b" t="t" l="l"/>
              <a:pathLst>
                <a:path h="1025949" w="5318758">
                  <a:moveTo>
                    <a:pt x="0" y="0"/>
                  </a:moveTo>
                  <a:lnTo>
                    <a:pt x="5318758" y="0"/>
                  </a:lnTo>
                  <a:lnTo>
                    <a:pt x="5318758" y="1025949"/>
                  </a:lnTo>
                  <a:lnTo>
                    <a:pt x="0" y="1025949"/>
                  </a:lnTo>
                  <a:close/>
                </a:path>
              </a:pathLst>
            </a:custGeom>
            <a:solidFill>
              <a:srgbClr val="5E7DA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318757" cy="107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26722" y="4567256"/>
            <a:ext cx="13836513" cy="2304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19"/>
              </a:lnSpc>
            </a:pPr>
            <a:r>
              <a:rPr lang="en-US" sz="75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EVIDENCIAS DE PROGRAMACIÓN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52349" y="-3067212"/>
            <a:ext cx="20194657" cy="3895402"/>
            <a:chOff x="0" y="0"/>
            <a:chExt cx="5318757" cy="1025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18758" cy="1025949"/>
            </a:xfrm>
            <a:custGeom>
              <a:avLst/>
              <a:gdLst/>
              <a:ahLst/>
              <a:cxnLst/>
              <a:rect r="r" b="b" t="t" l="l"/>
              <a:pathLst>
                <a:path h="1025949" w="5318758">
                  <a:moveTo>
                    <a:pt x="0" y="0"/>
                  </a:moveTo>
                  <a:lnTo>
                    <a:pt x="5318758" y="0"/>
                  </a:lnTo>
                  <a:lnTo>
                    <a:pt x="5318758" y="1025949"/>
                  </a:lnTo>
                  <a:lnTo>
                    <a:pt x="0" y="1025949"/>
                  </a:lnTo>
                  <a:close/>
                </a:path>
              </a:pathLst>
            </a:custGeom>
            <a:solidFill>
              <a:srgbClr val="5E7DA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318757" cy="107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779844" y="1157531"/>
            <a:ext cx="12728312" cy="8607521"/>
          </a:xfrm>
          <a:custGeom>
            <a:avLst/>
            <a:gdLst/>
            <a:ahLst/>
            <a:cxnLst/>
            <a:rect r="r" b="b" t="t" l="l"/>
            <a:pathLst>
              <a:path h="8607521" w="12728312">
                <a:moveTo>
                  <a:pt x="0" y="0"/>
                </a:moveTo>
                <a:lnTo>
                  <a:pt x="12728312" y="0"/>
                </a:lnTo>
                <a:lnTo>
                  <a:pt x="12728312" y="8607521"/>
                </a:lnTo>
                <a:lnTo>
                  <a:pt x="0" y="86075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52349" y="-3067212"/>
            <a:ext cx="20194657" cy="3895402"/>
            <a:chOff x="0" y="0"/>
            <a:chExt cx="5318757" cy="1025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18758" cy="1025949"/>
            </a:xfrm>
            <a:custGeom>
              <a:avLst/>
              <a:gdLst/>
              <a:ahLst/>
              <a:cxnLst/>
              <a:rect r="r" b="b" t="t" l="l"/>
              <a:pathLst>
                <a:path h="1025949" w="5318758">
                  <a:moveTo>
                    <a:pt x="0" y="0"/>
                  </a:moveTo>
                  <a:lnTo>
                    <a:pt x="5318758" y="0"/>
                  </a:lnTo>
                  <a:lnTo>
                    <a:pt x="5318758" y="1025949"/>
                  </a:lnTo>
                  <a:lnTo>
                    <a:pt x="0" y="1025949"/>
                  </a:lnTo>
                  <a:close/>
                </a:path>
              </a:pathLst>
            </a:custGeom>
            <a:solidFill>
              <a:srgbClr val="5E7DA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318757" cy="107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261035" y="1834213"/>
            <a:ext cx="13765929" cy="7536846"/>
          </a:xfrm>
          <a:custGeom>
            <a:avLst/>
            <a:gdLst/>
            <a:ahLst/>
            <a:cxnLst/>
            <a:rect r="r" b="b" t="t" l="l"/>
            <a:pathLst>
              <a:path h="7536846" w="13765929">
                <a:moveTo>
                  <a:pt x="0" y="0"/>
                </a:moveTo>
                <a:lnTo>
                  <a:pt x="13765930" y="0"/>
                </a:lnTo>
                <a:lnTo>
                  <a:pt x="13765930" y="7536846"/>
                </a:lnTo>
                <a:lnTo>
                  <a:pt x="0" y="75368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52349" y="-3067212"/>
            <a:ext cx="20194657" cy="3895402"/>
            <a:chOff x="0" y="0"/>
            <a:chExt cx="5318757" cy="1025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18758" cy="1025949"/>
            </a:xfrm>
            <a:custGeom>
              <a:avLst/>
              <a:gdLst/>
              <a:ahLst/>
              <a:cxnLst/>
              <a:rect r="r" b="b" t="t" l="l"/>
              <a:pathLst>
                <a:path h="1025949" w="5318758">
                  <a:moveTo>
                    <a:pt x="0" y="0"/>
                  </a:moveTo>
                  <a:lnTo>
                    <a:pt x="5318758" y="0"/>
                  </a:lnTo>
                  <a:lnTo>
                    <a:pt x="5318758" y="1025949"/>
                  </a:lnTo>
                  <a:lnTo>
                    <a:pt x="0" y="1025949"/>
                  </a:lnTo>
                  <a:close/>
                </a:path>
              </a:pathLst>
            </a:custGeom>
            <a:solidFill>
              <a:srgbClr val="5E7DA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318757" cy="107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48524" y="1161097"/>
            <a:ext cx="14990953" cy="8544843"/>
          </a:xfrm>
          <a:custGeom>
            <a:avLst/>
            <a:gdLst/>
            <a:ahLst/>
            <a:cxnLst/>
            <a:rect r="r" b="b" t="t" l="l"/>
            <a:pathLst>
              <a:path h="8544843" w="14990953">
                <a:moveTo>
                  <a:pt x="0" y="0"/>
                </a:moveTo>
                <a:lnTo>
                  <a:pt x="14990952" y="0"/>
                </a:lnTo>
                <a:lnTo>
                  <a:pt x="14990952" y="8544843"/>
                </a:lnTo>
                <a:lnTo>
                  <a:pt x="0" y="85448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52349" y="-3067212"/>
            <a:ext cx="20194657" cy="3895402"/>
            <a:chOff x="0" y="0"/>
            <a:chExt cx="5318757" cy="1025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18758" cy="1025949"/>
            </a:xfrm>
            <a:custGeom>
              <a:avLst/>
              <a:gdLst/>
              <a:ahLst/>
              <a:cxnLst/>
              <a:rect r="r" b="b" t="t" l="l"/>
              <a:pathLst>
                <a:path h="1025949" w="5318758">
                  <a:moveTo>
                    <a:pt x="0" y="0"/>
                  </a:moveTo>
                  <a:lnTo>
                    <a:pt x="5318758" y="0"/>
                  </a:lnTo>
                  <a:lnTo>
                    <a:pt x="5318758" y="1025949"/>
                  </a:lnTo>
                  <a:lnTo>
                    <a:pt x="0" y="1025949"/>
                  </a:lnTo>
                  <a:close/>
                </a:path>
              </a:pathLst>
            </a:custGeom>
            <a:solidFill>
              <a:srgbClr val="5E7DA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318757" cy="107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19490" y="1434726"/>
            <a:ext cx="15849020" cy="8102811"/>
          </a:xfrm>
          <a:custGeom>
            <a:avLst/>
            <a:gdLst/>
            <a:ahLst/>
            <a:cxnLst/>
            <a:rect r="r" b="b" t="t" l="l"/>
            <a:pathLst>
              <a:path h="8102811" w="15849020">
                <a:moveTo>
                  <a:pt x="0" y="0"/>
                </a:moveTo>
                <a:lnTo>
                  <a:pt x="15849020" y="0"/>
                </a:lnTo>
                <a:lnTo>
                  <a:pt x="15849020" y="8102812"/>
                </a:lnTo>
                <a:lnTo>
                  <a:pt x="0" y="8102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809566" y="3623749"/>
            <a:ext cx="5359576" cy="3724766"/>
          </a:xfrm>
          <a:custGeom>
            <a:avLst/>
            <a:gdLst/>
            <a:ahLst/>
            <a:cxnLst/>
            <a:rect r="r" b="b" t="t" l="l"/>
            <a:pathLst>
              <a:path h="3724766" w="5359576">
                <a:moveTo>
                  <a:pt x="0" y="0"/>
                </a:moveTo>
                <a:lnTo>
                  <a:pt x="5359576" y="0"/>
                </a:lnTo>
                <a:lnTo>
                  <a:pt x="5359576" y="3724766"/>
                </a:lnTo>
                <a:lnTo>
                  <a:pt x="0" y="37247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52349" y="-3067212"/>
            <a:ext cx="20194657" cy="3895402"/>
            <a:chOff x="0" y="0"/>
            <a:chExt cx="5318757" cy="1025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18758" cy="1025949"/>
            </a:xfrm>
            <a:custGeom>
              <a:avLst/>
              <a:gdLst/>
              <a:ahLst/>
              <a:cxnLst/>
              <a:rect r="r" b="b" t="t" l="l"/>
              <a:pathLst>
                <a:path h="1025949" w="5318758">
                  <a:moveTo>
                    <a:pt x="0" y="0"/>
                  </a:moveTo>
                  <a:lnTo>
                    <a:pt x="5318758" y="0"/>
                  </a:lnTo>
                  <a:lnTo>
                    <a:pt x="5318758" y="1025949"/>
                  </a:lnTo>
                  <a:lnTo>
                    <a:pt x="0" y="1025949"/>
                  </a:lnTo>
                  <a:close/>
                </a:path>
              </a:pathLst>
            </a:custGeom>
            <a:solidFill>
              <a:srgbClr val="5E7DA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318757" cy="107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26722" y="4567256"/>
            <a:ext cx="13836513" cy="1152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19"/>
              </a:lnSpc>
            </a:pPr>
            <a:r>
              <a:rPr lang="en-US" sz="75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EVIDENCIAS DE DATOS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881174"/>
            <a:ext cx="17934693" cy="771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99"/>
              </a:lnSpc>
            </a:pPr>
            <a:r>
              <a:rPr lang="en-US" sz="516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ARQUITECTURA Y TECNOLOGÍAS</a:t>
            </a:r>
          </a:p>
        </p:txBody>
      </p:sp>
      <p:grpSp>
        <p:nvGrpSpPr>
          <p:cNvPr name="Group 4" id="4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152C7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029716" y="1921353"/>
            <a:ext cx="12228568" cy="8009712"/>
          </a:xfrm>
          <a:custGeom>
            <a:avLst/>
            <a:gdLst/>
            <a:ahLst/>
            <a:cxnLst/>
            <a:rect r="r" b="b" t="t" l="l"/>
            <a:pathLst>
              <a:path h="8009712" w="12228568">
                <a:moveTo>
                  <a:pt x="0" y="0"/>
                </a:moveTo>
                <a:lnTo>
                  <a:pt x="12228568" y="0"/>
                </a:lnTo>
                <a:lnTo>
                  <a:pt x="12228568" y="8009712"/>
                </a:lnTo>
                <a:lnTo>
                  <a:pt x="0" y="80097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1362575" y="1336652"/>
            <a:ext cx="2292102" cy="136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99"/>
              </a:lnSpc>
              <a:spcBef>
                <a:spcPct val="0"/>
              </a:spcBef>
            </a:pPr>
            <a:r>
              <a:rPr lang="en-US" sz="79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0678" y="1028700"/>
            <a:ext cx="8185647" cy="1682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4"/>
              </a:lnSpc>
            </a:pPr>
            <a:r>
              <a:rPr lang="en-US" sz="561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DIAGRAMA </a:t>
            </a:r>
          </a:p>
          <a:p>
            <a:pPr algn="l">
              <a:lnSpc>
                <a:spcPts val="6734"/>
              </a:lnSpc>
            </a:pPr>
            <a:r>
              <a:rPr lang="en-US" sz="561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ENTIDAD - RELACION</a:t>
            </a:r>
          </a:p>
        </p:txBody>
      </p:sp>
      <p:grpSp>
        <p:nvGrpSpPr>
          <p:cNvPr name="Group 4" id="4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152C7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464182" y="556774"/>
            <a:ext cx="11200261" cy="9730226"/>
          </a:xfrm>
          <a:custGeom>
            <a:avLst/>
            <a:gdLst/>
            <a:ahLst/>
            <a:cxnLst/>
            <a:rect r="r" b="b" t="t" l="l"/>
            <a:pathLst>
              <a:path h="9730226" w="11200261">
                <a:moveTo>
                  <a:pt x="0" y="0"/>
                </a:moveTo>
                <a:lnTo>
                  <a:pt x="11200260" y="0"/>
                </a:lnTo>
                <a:lnTo>
                  <a:pt x="11200260" y="9730226"/>
                </a:lnTo>
                <a:lnTo>
                  <a:pt x="0" y="97302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152C7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755638" y="2481577"/>
            <a:ext cx="6776723" cy="6776723"/>
          </a:xfrm>
          <a:custGeom>
            <a:avLst/>
            <a:gdLst/>
            <a:ahLst/>
            <a:cxnLst/>
            <a:rect r="r" b="b" t="t" l="l"/>
            <a:pathLst>
              <a:path h="6776723" w="6776723">
                <a:moveTo>
                  <a:pt x="0" y="0"/>
                </a:moveTo>
                <a:lnTo>
                  <a:pt x="6776724" y="0"/>
                </a:lnTo>
                <a:lnTo>
                  <a:pt x="6776724" y="6776723"/>
                </a:lnTo>
                <a:lnTo>
                  <a:pt x="0" y="67767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10678" y="1028700"/>
            <a:ext cx="8185647" cy="84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4"/>
              </a:lnSpc>
            </a:pPr>
            <a:r>
              <a:rPr lang="en-US" sz="561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TABLA VEHICULO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52349" y="-3067212"/>
            <a:ext cx="20194657" cy="3895402"/>
            <a:chOff x="0" y="0"/>
            <a:chExt cx="5318757" cy="1025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18758" cy="1025949"/>
            </a:xfrm>
            <a:custGeom>
              <a:avLst/>
              <a:gdLst/>
              <a:ahLst/>
              <a:cxnLst/>
              <a:rect r="r" b="b" t="t" l="l"/>
              <a:pathLst>
                <a:path h="1025949" w="5318758">
                  <a:moveTo>
                    <a:pt x="0" y="0"/>
                  </a:moveTo>
                  <a:lnTo>
                    <a:pt x="5318758" y="0"/>
                  </a:lnTo>
                  <a:lnTo>
                    <a:pt x="5318758" y="1025949"/>
                  </a:lnTo>
                  <a:lnTo>
                    <a:pt x="0" y="1025949"/>
                  </a:lnTo>
                  <a:close/>
                </a:path>
              </a:pathLst>
            </a:custGeom>
            <a:solidFill>
              <a:srgbClr val="5E7DA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318757" cy="107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67935" y="2965772"/>
            <a:ext cx="17352129" cy="5487611"/>
          </a:xfrm>
          <a:custGeom>
            <a:avLst/>
            <a:gdLst/>
            <a:ahLst/>
            <a:cxnLst/>
            <a:rect r="r" b="b" t="t" l="l"/>
            <a:pathLst>
              <a:path h="5487611" w="17352129">
                <a:moveTo>
                  <a:pt x="0" y="0"/>
                </a:moveTo>
                <a:lnTo>
                  <a:pt x="17352130" y="0"/>
                </a:lnTo>
                <a:lnTo>
                  <a:pt x="17352130" y="5487611"/>
                </a:lnTo>
                <a:lnTo>
                  <a:pt x="0" y="54876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26722" y="1276157"/>
            <a:ext cx="13836513" cy="819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sz="5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EVIDENCIAS DE DATOS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62575" y="1028700"/>
            <a:ext cx="15562849" cy="8179961"/>
            <a:chOff x="0" y="0"/>
            <a:chExt cx="5796956" cy="30469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96955" cy="3046927"/>
            </a:xfrm>
            <a:custGeom>
              <a:avLst/>
              <a:gdLst/>
              <a:ahLst/>
              <a:cxnLst/>
              <a:rect r="r" b="b" t="t" l="l"/>
              <a:pathLst>
                <a:path h="3046927" w="5796955">
                  <a:moveTo>
                    <a:pt x="0" y="0"/>
                  </a:moveTo>
                  <a:lnTo>
                    <a:pt x="5796955" y="0"/>
                  </a:lnTo>
                  <a:lnTo>
                    <a:pt x="5796955" y="3046927"/>
                  </a:lnTo>
                  <a:lnTo>
                    <a:pt x="0" y="30469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70F69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5796956" cy="3037402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553707" y="3306067"/>
            <a:ext cx="2498868" cy="2498868"/>
            <a:chOff x="0" y="0"/>
            <a:chExt cx="3331824" cy="3331824"/>
          </a:xfrm>
        </p:grpSpPr>
        <p:grpSp>
          <p:nvGrpSpPr>
            <p:cNvPr name="Group 7" id="7"/>
            <p:cNvGrpSpPr>
              <a:grpSpLocks noChangeAspect="true"/>
            </p:cNvGrpSpPr>
            <p:nvPr/>
          </p:nvGrpSpPr>
          <p:grpSpPr>
            <a:xfrm rot="0">
              <a:off x="0" y="0"/>
              <a:ext cx="3331824" cy="3331824"/>
              <a:chOff x="0" y="0"/>
              <a:chExt cx="14400530" cy="1440053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4399261" cy="14399261"/>
              </a:xfrm>
              <a:custGeom>
                <a:avLst/>
                <a:gdLst/>
                <a:ahLst/>
                <a:cxnLst/>
                <a:rect r="r" b="b" t="t" l="l"/>
                <a:pathLst>
                  <a:path h="14399261" w="14399261">
                    <a:moveTo>
                      <a:pt x="7199630" y="0"/>
                    </a:moveTo>
                    <a:cubicBezTo>
                      <a:pt x="3223260" y="0"/>
                      <a:pt x="0" y="3223260"/>
                      <a:pt x="0" y="7199630"/>
                    </a:cubicBezTo>
                    <a:cubicBezTo>
                      <a:pt x="0" y="11176001"/>
                      <a:pt x="3223260" y="14399261"/>
                      <a:pt x="7199630" y="14399261"/>
                    </a:cubicBezTo>
                    <a:lnTo>
                      <a:pt x="14399261" y="14399261"/>
                    </a:lnTo>
                    <a:lnTo>
                      <a:pt x="14399261" y="7199630"/>
                    </a:lnTo>
                    <a:cubicBezTo>
                      <a:pt x="14400530" y="3223260"/>
                      <a:pt x="11176000" y="0"/>
                      <a:pt x="7199630" y="0"/>
                    </a:cubicBezTo>
                    <a:close/>
                  </a:path>
                </a:pathLst>
              </a:custGeom>
              <a:solidFill>
                <a:srgbClr val="152C7A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408917" y="466286"/>
              <a:ext cx="2505689" cy="2505689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9235425" y="3306067"/>
            <a:ext cx="2498868" cy="2498868"/>
            <a:chOff x="0" y="0"/>
            <a:chExt cx="3331824" cy="3331824"/>
          </a:xfrm>
        </p:grpSpPr>
        <p:grpSp>
          <p:nvGrpSpPr>
            <p:cNvPr name="Group 13" id="13"/>
            <p:cNvGrpSpPr>
              <a:grpSpLocks noChangeAspect="true"/>
            </p:cNvGrpSpPr>
            <p:nvPr/>
          </p:nvGrpSpPr>
          <p:grpSpPr>
            <a:xfrm rot="5400000">
              <a:off x="0" y="0"/>
              <a:ext cx="3331824" cy="3331824"/>
              <a:chOff x="0" y="0"/>
              <a:chExt cx="14400530" cy="1440053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4399261" cy="14399261"/>
              </a:xfrm>
              <a:custGeom>
                <a:avLst/>
                <a:gdLst/>
                <a:ahLst/>
                <a:cxnLst/>
                <a:rect r="r" b="b" t="t" l="l"/>
                <a:pathLst>
                  <a:path h="14399261" w="14399261">
                    <a:moveTo>
                      <a:pt x="7199630" y="0"/>
                    </a:moveTo>
                    <a:cubicBezTo>
                      <a:pt x="3223260" y="0"/>
                      <a:pt x="0" y="3223260"/>
                      <a:pt x="0" y="7199630"/>
                    </a:cubicBezTo>
                    <a:cubicBezTo>
                      <a:pt x="0" y="11176001"/>
                      <a:pt x="3223260" y="14399261"/>
                      <a:pt x="7199630" y="14399261"/>
                    </a:cubicBezTo>
                    <a:lnTo>
                      <a:pt x="14399261" y="14399261"/>
                    </a:lnTo>
                    <a:lnTo>
                      <a:pt x="14399261" y="7199630"/>
                    </a:lnTo>
                    <a:cubicBezTo>
                      <a:pt x="14400530" y="3223260"/>
                      <a:pt x="11176000" y="0"/>
                      <a:pt x="7199630" y="0"/>
                    </a:cubicBezTo>
                    <a:close/>
                  </a:path>
                </a:pathLst>
              </a:custGeom>
              <a:solidFill>
                <a:srgbClr val="5E7DA1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386640" y="461273"/>
              <a:ext cx="2510702" cy="2510702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9235425" y="5936126"/>
            <a:ext cx="2498868" cy="2498868"/>
            <a:chOff x="0" y="0"/>
            <a:chExt cx="3331824" cy="3331824"/>
          </a:xfrm>
        </p:grpSpPr>
        <p:grpSp>
          <p:nvGrpSpPr>
            <p:cNvPr name="Group 19" id="19"/>
            <p:cNvGrpSpPr>
              <a:grpSpLocks noChangeAspect="true"/>
            </p:cNvGrpSpPr>
            <p:nvPr/>
          </p:nvGrpSpPr>
          <p:grpSpPr>
            <a:xfrm rot="-10800000">
              <a:off x="0" y="0"/>
              <a:ext cx="3331824" cy="3331824"/>
              <a:chOff x="0" y="0"/>
              <a:chExt cx="14400530" cy="1440053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4399261" cy="14399261"/>
              </a:xfrm>
              <a:custGeom>
                <a:avLst/>
                <a:gdLst/>
                <a:ahLst/>
                <a:cxnLst/>
                <a:rect r="r" b="b" t="t" l="l"/>
                <a:pathLst>
                  <a:path h="14399261" w="14399261">
                    <a:moveTo>
                      <a:pt x="7199630" y="0"/>
                    </a:moveTo>
                    <a:cubicBezTo>
                      <a:pt x="3223260" y="0"/>
                      <a:pt x="0" y="3223260"/>
                      <a:pt x="0" y="7199630"/>
                    </a:cubicBezTo>
                    <a:cubicBezTo>
                      <a:pt x="0" y="11176001"/>
                      <a:pt x="3223260" y="14399261"/>
                      <a:pt x="7199630" y="14399261"/>
                    </a:cubicBezTo>
                    <a:lnTo>
                      <a:pt x="14399261" y="14399261"/>
                    </a:lnTo>
                    <a:lnTo>
                      <a:pt x="14399261" y="7199630"/>
                    </a:lnTo>
                    <a:cubicBezTo>
                      <a:pt x="14400530" y="3223260"/>
                      <a:pt x="11176000" y="0"/>
                      <a:pt x="7199630" y="0"/>
                    </a:cubicBezTo>
                    <a:close/>
                  </a:path>
                </a:pathLst>
              </a:custGeom>
              <a:solidFill>
                <a:srgbClr val="152C7A"/>
              </a:solid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374877" y="374877"/>
              <a:ext cx="2530206" cy="2530206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</p:grpSp>
      <p:grpSp>
        <p:nvGrpSpPr>
          <p:cNvPr name="Group 24" id="24"/>
          <p:cNvGrpSpPr/>
          <p:nvPr/>
        </p:nvGrpSpPr>
        <p:grpSpPr>
          <a:xfrm rot="0">
            <a:off x="6553707" y="5936126"/>
            <a:ext cx="2521050" cy="2521050"/>
            <a:chOff x="0" y="0"/>
            <a:chExt cx="3361401" cy="3361401"/>
          </a:xfrm>
        </p:grpSpPr>
        <p:grpSp>
          <p:nvGrpSpPr>
            <p:cNvPr name="Group 25" id="25"/>
            <p:cNvGrpSpPr>
              <a:grpSpLocks noChangeAspect="true"/>
            </p:cNvGrpSpPr>
            <p:nvPr/>
          </p:nvGrpSpPr>
          <p:grpSpPr>
            <a:xfrm rot="-5400000">
              <a:off x="0" y="0"/>
              <a:ext cx="3361401" cy="3361401"/>
              <a:chOff x="0" y="0"/>
              <a:chExt cx="14400530" cy="1440053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4399261" cy="14399261"/>
              </a:xfrm>
              <a:custGeom>
                <a:avLst/>
                <a:gdLst/>
                <a:ahLst/>
                <a:cxnLst/>
                <a:rect r="r" b="b" t="t" l="l"/>
                <a:pathLst>
                  <a:path h="14399261" w="14399261">
                    <a:moveTo>
                      <a:pt x="7199630" y="0"/>
                    </a:moveTo>
                    <a:cubicBezTo>
                      <a:pt x="3223260" y="0"/>
                      <a:pt x="0" y="3223260"/>
                      <a:pt x="0" y="7199630"/>
                    </a:cubicBezTo>
                    <a:cubicBezTo>
                      <a:pt x="0" y="11176001"/>
                      <a:pt x="3223260" y="14399261"/>
                      <a:pt x="7199630" y="14399261"/>
                    </a:cubicBezTo>
                    <a:lnTo>
                      <a:pt x="14399261" y="14399261"/>
                    </a:lnTo>
                    <a:lnTo>
                      <a:pt x="14399261" y="7199630"/>
                    </a:lnTo>
                    <a:cubicBezTo>
                      <a:pt x="14400530" y="3223260"/>
                      <a:pt x="11176000" y="0"/>
                      <a:pt x="7199630" y="0"/>
                    </a:cubicBezTo>
                    <a:close/>
                  </a:path>
                </a:pathLst>
              </a:custGeom>
              <a:solidFill>
                <a:srgbClr val="5E7DA1"/>
              </a:solidFill>
            </p:spPr>
          </p:sp>
        </p:grpSp>
        <p:grpSp>
          <p:nvGrpSpPr>
            <p:cNvPr name="Group 27" id="27"/>
            <p:cNvGrpSpPr/>
            <p:nvPr/>
          </p:nvGrpSpPr>
          <p:grpSpPr>
            <a:xfrm rot="0">
              <a:off x="408917" y="443611"/>
              <a:ext cx="2508873" cy="2508873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</p:grpSp>
      <p:sp>
        <p:nvSpPr>
          <p:cNvPr name="Freeform 30" id="30"/>
          <p:cNvSpPr/>
          <p:nvPr/>
        </p:nvSpPr>
        <p:spPr>
          <a:xfrm flipH="false" flipV="false" rot="0">
            <a:off x="9968395" y="6602489"/>
            <a:ext cx="1047406" cy="1166140"/>
          </a:xfrm>
          <a:custGeom>
            <a:avLst/>
            <a:gdLst/>
            <a:ahLst/>
            <a:cxnLst/>
            <a:rect r="r" b="b" t="t" l="l"/>
            <a:pathLst>
              <a:path h="1166140" w="1047406">
                <a:moveTo>
                  <a:pt x="0" y="0"/>
                </a:moveTo>
                <a:lnTo>
                  <a:pt x="1047405" y="0"/>
                </a:lnTo>
                <a:lnTo>
                  <a:pt x="1047405" y="1166140"/>
                </a:lnTo>
                <a:lnTo>
                  <a:pt x="0" y="11661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0009650" y="4057507"/>
            <a:ext cx="973317" cy="1112940"/>
          </a:xfrm>
          <a:custGeom>
            <a:avLst/>
            <a:gdLst/>
            <a:ahLst/>
            <a:cxnLst/>
            <a:rect r="r" b="b" t="t" l="l"/>
            <a:pathLst>
              <a:path h="1112940" w="973317">
                <a:moveTo>
                  <a:pt x="0" y="0"/>
                </a:moveTo>
                <a:lnTo>
                  <a:pt x="973317" y="0"/>
                </a:lnTo>
                <a:lnTo>
                  <a:pt x="973317" y="1112941"/>
                </a:lnTo>
                <a:lnTo>
                  <a:pt x="0" y="11129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7275352" y="6593053"/>
            <a:ext cx="1049354" cy="1233215"/>
          </a:xfrm>
          <a:custGeom>
            <a:avLst/>
            <a:gdLst/>
            <a:ahLst/>
            <a:cxnLst/>
            <a:rect r="r" b="b" t="t" l="l"/>
            <a:pathLst>
              <a:path h="1233215" w="1049354">
                <a:moveTo>
                  <a:pt x="0" y="0"/>
                </a:moveTo>
                <a:lnTo>
                  <a:pt x="1049354" y="0"/>
                </a:lnTo>
                <a:lnTo>
                  <a:pt x="1049354" y="1233215"/>
                </a:lnTo>
                <a:lnTo>
                  <a:pt x="0" y="12332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7198908" y="3858057"/>
            <a:ext cx="1208467" cy="1473740"/>
          </a:xfrm>
          <a:custGeom>
            <a:avLst/>
            <a:gdLst/>
            <a:ahLst/>
            <a:cxnLst/>
            <a:rect r="r" b="b" t="t" l="l"/>
            <a:pathLst>
              <a:path h="1473740" w="1208467">
                <a:moveTo>
                  <a:pt x="0" y="0"/>
                </a:moveTo>
                <a:lnTo>
                  <a:pt x="1208467" y="0"/>
                </a:lnTo>
                <a:lnTo>
                  <a:pt x="1208467" y="1473741"/>
                </a:lnTo>
                <a:lnTo>
                  <a:pt x="0" y="147374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2664396" y="2020324"/>
            <a:ext cx="13142058" cy="961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95"/>
              </a:lnSpc>
            </a:pPr>
            <a:r>
              <a:rPr lang="en-US" sz="7083" spc="22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PRUEBAS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594183" y="3399814"/>
            <a:ext cx="4258210" cy="976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4"/>
              </a:lnSpc>
              <a:spcBef>
                <a:spcPct val="0"/>
              </a:spcBef>
            </a:pPr>
            <a:r>
              <a:rPr lang="en-US" sz="2789" spc="-6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01. Pruebas de seguridad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379566" y="3389349"/>
            <a:ext cx="4235380" cy="97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6"/>
              </a:lnSpc>
              <a:spcBef>
                <a:spcPct val="0"/>
              </a:spcBef>
            </a:pPr>
            <a:r>
              <a:rPr lang="en-US" sz="2790" spc="-6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03. Pruebas de estrés y disponibilidad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379566" y="6076111"/>
            <a:ext cx="3359119" cy="976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6"/>
              </a:lnSpc>
              <a:spcBef>
                <a:spcPct val="0"/>
              </a:spcBef>
            </a:pPr>
            <a:r>
              <a:rPr lang="en-US" sz="2790" spc="-6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04. Pruebas Unitarias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594183" y="6137961"/>
            <a:ext cx="3797599" cy="97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6"/>
              </a:lnSpc>
              <a:spcBef>
                <a:spcPct val="0"/>
              </a:spcBef>
            </a:pPr>
            <a:r>
              <a:rPr lang="en-US" sz="2790" spc="-6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02. Pruebas de rendimiento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594183" y="4347607"/>
            <a:ext cx="3728032" cy="1113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22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Autenticación, RBAC, subida de archivos, OWASP Top 10.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594183" y="7045502"/>
            <a:ext cx="3627030" cy="1895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227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Múltiples usuarios concurrentes.</a:t>
            </a:r>
          </a:p>
          <a:p>
            <a:pPr algn="l">
              <a:lnSpc>
                <a:spcPts val="3032"/>
              </a:lnSpc>
            </a:pPr>
            <a:r>
              <a:rPr lang="en-US" sz="227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Tablero con filtros y carga de datos.</a:t>
            </a:r>
          </a:p>
          <a:p>
            <a:pPr algn="l">
              <a:lnSpc>
                <a:spcPts val="3032"/>
              </a:lnSpc>
            </a:pPr>
          </a:p>
        </p:txBody>
      </p:sp>
      <p:sp>
        <p:nvSpPr>
          <p:cNvPr name="TextBox 41" id="41"/>
          <p:cNvSpPr txBox="true"/>
          <p:nvPr/>
        </p:nvSpPr>
        <p:spPr>
          <a:xfrm rot="0">
            <a:off x="12543918" y="4347607"/>
            <a:ext cx="2699178" cy="1133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227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Comportamiento con alta concurrencia.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379566" y="7086121"/>
            <a:ext cx="2787064" cy="37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227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Flujo de Datos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62575" y="1336652"/>
            <a:ext cx="2292102" cy="136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99"/>
              </a:lnSpc>
              <a:spcBef>
                <a:spcPct val="0"/>
              </a:spcBef>
            </a:pPr>
            <a:r>
              <a:rPr lang="en-US" sz="79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62575" y="1028700"/>
            <a:ext cx="15562849" cy="8179961"/>
            <a:chOff x="0" y="0"/>
            <a:chExt cx="5796956" cy="30469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96955" cy="3046927"/>
            </a:xfrm>
            <a:custGeom>
              <a:avLst/>
              <a:gdLst/>
              <a:ahLst/>
              <a:cxnLst/>
              <a:rect r="r" b="b" t="t" l="l"/>
              <a:pathLst>
                <a:path h="3046927" w="5796955">
                  <a:moveTo>
                    <a:pt x="0" y="0"/>
                  </a:moveTo>
                  <a:lnTo>
                    <a:pt x="5796955" y="0"/>
                  </a:lnTo>
                  <a:lnTo>
                    <a:pt x="5796955" y="3046927"/>
                  </a:lnTo>
                  <a:lnTo>
                    <a:pt x="0" y="30469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152C7A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5796956" cy="3037402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2700000">
            <a:off x="57071" y="8050244"/>
            <a:ext cx="3393988" cy="1567256"/>
            <a:chOff x="0" y="0"/>
            <a:chExt cx="893890" cy="4127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93890" cy="412775"/>
            </a:xfrm>
            <a:custGeom>
              <a:avLst/>
              <a:gdLst/>
              <a:ahLst/>
              <a:cxnLst/>
              <a:rect r="r" b="b" t="t" l="l"/>
              <a:pathLst>
                <a:path h="412775" w="893890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4836942" y="550429"/>
            <a:ext cx="3393988" cy="1567256"/>
            <a:chOff x="0" y="0"/>
            <a:chExt cx="893890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93890" cy="412775"/>
            </a:xfrm>
            <a:custGeom>
              <a:avLst/>
              <a:gdLst/>
              <a:ahLst/>
              <a:cxnLst/>
              <a:rect r="r" b="b" t="t" l="l"/>
              <a:pathLst>
                <a:path h="412775" w="893890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515035" y="5489862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856632" y="4000500"/>
            <a:ext cx="14574736" cy="228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7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Competencias del perfil de egreso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-10800000">
            <a:off x="13871465" y="-189523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62575" y="1028700"/>
            <a:ext cx="15562849" cy="8179961"/>
            <a:chOff x="0" y="0"/>
            <a:chExt cx="5796956" cy="30469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96955" cy="3046927"/>
            </a:xfrm>
            <a:custGeom>
              <a:avLst/>
              <a:gdLst/>
              <a:ahLst/>
              <a:cxnLst/>
              <a:rect r="r" b="b" t="t" l="l"/>
              <a:pathLst>
                <a:path h="3046927" w="5796955">
                  <a:moveTo>
                    <a:pt x="0" y="0"/>
                  </a:moveTo>
                  <a:lnTo>
                    <a:pt x="5796955" y="0"/>
                  </a:lnTo>
                  <a:lnTo>
                    <a:pt x="5796955" y="3046927"/>
                  </a:lnTo>
                  <a:lnTo>
                    <a:pt x="0" y="30469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152C7A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5796956" cy="3037402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2700000">
            <a:off x="57071" y="8050244"/>
            <a:ext cx="3393988" cy="1567256"/>
            <a:chOff x="0" y="0"/>
            <a:chExt cx="893890" cy="4127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93890" cy="412775"/>
            </a:xfrm>
            <a:custGeom>
              <a:avLst/>
              <a:gdLst/>
              <a:ahLst/>
              <a:cxnLst/>
              <a:rect r="r" b="b" t="t" l="l"/>
              <a:pathLst>
                <a:path h="412775" w="893890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4836942" y="550429"/>
            <a:ext cx="3393988" cy="1567256"/>
            <a:chOff x="0" y="0"/>
            <a:chExt cx="893890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93890" cy="412775"/>
            </a:xfrm>
            <a:custGeom>
              <a:avLst/>
              <a:gdLst/>
              <a:ahLst/>
              <a:cxnLst/>
              <a:rect r="r" b="b" t="t" l="l"/>
              <a:pathLst>
                <a:path h="412775" w="893890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515035" y="5489862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856632" y="4000500"/>
            <a:ext cx="14574736" cy="228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7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Intereses profesionales y trabajo en equipo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-10800000">
            <a:off x="13871465" y="-189523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62575" y="1028700"/>
            <a:ext cx="15562849" cy="8179961"/>
            <a:chOff x="0" y="0"/>
            <a:chExt cx="5796956" cy="30469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96955" cy="3046927"/>
            </a:xfrm>
            <a:custGeom>
              <a:avLst/>
              <a:gdLst/>
              <a:ahLst/>
              <a:cxnLst/>
              <a:rect r="r" b="b" t="t" l="l"/>
              <a:pathLst>
                <a:path h="3046927" w="5796955">
                  <a:moveTo>
                    <a:pt x="0" y="0"/>
                  </a:moveTo>
                  <a:lnTo>
                    <a:pt x="5796955" y="0"/>
                  </a:lnTo>
                  <a:lnTo>
                    <a:pt x="5796955" y="3046927"/>
                  </a:lnTo>
                  <a:lnTo>
                    <a:pt x="0" y="30469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152C7A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5796956" cy="3037402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2700000">
            <a:off x="57071" y="8050244"/>
            <a:ext cx="3393988" cy="1567256"/>
            <a:chOff x="0" y="0"/>
            <a:chExt cx="893890" cy="4127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93890" cy="412775"/>
            </a:xfrm>
            <a:custGeom>
              <a:avLst/>
              <a:gdLst/>
              <a:ahLst/>
              <a:cxnLst/>
              <a:rect r="r" b="b" t="t" l="l"/>
              <a:pathLst>
                <a:path h="412775" w="893890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4836942" y="550429"/>
            <a:ext cx="3393988" cy="1567256"/>
            <a:chOff x="0" y="0"/>
            <a:chExt cx="893890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93890" cy="412775"/>
            </a:xfrm>
            <a:custGeom>
              <a:avLst/>
              <a:gdLst/>
              <a:ahLst/>
              <a:cxnLst/>
              <a:rect r="r" b="b" t="t" l="l"/>
              <a:pathLst>
                <a:path h="412775" w="893890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592396" y="4557712"/>
            <a:ext cx="15103207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39"/>
              </a:lnSpc>
            </a:pPr>
            <a:r>
              <a:rPr lang="en-US" sz="76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CONCLUSIONES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-10800000">
            <a:off x="13871465" y="-189523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515035" y="5489862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952267"/>
            <a:ext cx="16230600" cy="8382465"/>
            <a:chOff x="0" y="0"/>
            <a:chExt cx="6045684" cy="31223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045684" cy="3122357"/>
            </a:xfrm>
            <a:custGeom>
              <a:avLst/>
              <a:gdLst/>
              <a:ahLst/>
              <a:cxnLst/>
              <a:rect r="r" b="b" t="t" l="l"/>
              <a:pathLst>
                <a:path h="3122357" w="6045684">
                  <a:moveTo>
                    <a:pt x="0" y="0"/>
                  </a:moveTo>
                  <a:lnTo>
                    <a:pt x="6045684" y="0"/>
                  </a:lnTo>
                  <a:lnTo>
                    <a:pt x="6045684" y="3122357"/>
                  </a:lnTo>
                  <a:lnTo>
                    <a:pt x="0" y="31223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152C7A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6045684" cy="3122357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374539" y="8993151"/>
            <a:ext cx="4284389" cy="1567256"/>
            <a:chOff x="0" y="0"/>
            <a:chExt cx="1128399" cy="4127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8399" cy="412775"/>
            </a:xfrm>
            <a:custGeom>
              <a:avLst/>
              <a:gdLst/>
              <a:ahLst/>
              <a:cxnLst/>
              <a:rect r="r" b="b" t="t" l="l"/>
              <a:pathLst>
                <a:path h="412775" w="1128399">
                  <a:moveTo>
                    <a:pt x="0" y="0"/>
                  </a:moveTo>
                  <a:lnTo>
                    <a:pt x="1128399" y="0"/>
                  </a:lnTo>
                  <a:lnTo>
                    <a:pt x="1128399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128399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14012664" y="3237235"/>
            <a:ext cx="6983416" cy="1567256"/>
            <a:chOff x="0" y="0"/>
            <a:chExt cx="183925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39254" cy="412775"/>
            </a:xfrm>
            <a:custGeom>
              <a:avLst/>
              <a:gdLst/>
              <a:ahLst/>
              <a:cxnLst/>
              <a:rect r="r" b="b" t="t" l="l"/>
              <a:pathLst>
                <a:path h="412775" w="1839254">
                  <a:moveTo>
                    <a:pt x="0" y="0"/>
                  </a:moveTo>
                  <a:lnTo>
                    <a:pt x="1839254" y="0"/>
                  </a:lnTo>
                  <a:lnTo>
                    <a:pt x="183925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83925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true" flipV="true" rot="5400000">
            <a:off x="10540746" y="-52264"/>
            <a:ext cx="11547949" cy="9406329"/>
          </a:xfrm>
          <a:custGeom>
            <a:avLst/>
            <a:gdLst/>
            <a:ahLst/>
            <a:cxnLst/>
            <a:rect r="r" b="b" t="t" l="l"/>
            <a:pathLst>
              <a:path h="9406329" w="11547949">
                <a:moveTo>
                  <a:pt x="11547949" y="9406329"/>
                </a:moveTo>
                <a:lnTo>
                  <a:pt x="0" y="9406329"/>
                </a:lnTo>
                <a:lnTo>
                  <a:pt x="0" y="0"/>
                </a:lnTo>
                <a:lnTo>
                  <a:pt x="11547949" y="0"/>
                </a:lnTo>
                <a:lnTo>
                  <a:pt x="11547949" y="940632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 flipV="true">
            <a:off x="13553005" y="935761"/>
            <a:ext cx="5036482" cy="5036482"/>
          </a:xfrm>
          <a:prstGeom prst="line">
            <a:avLst/>
          </a:prstGeom>
          <a:ln cap="flat" w="114300">
            <a:solidFill>
              <a:srgbClr val="5CE1E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V="true">
            <a:off x="14602740" y="4540846"/>
            <a:ext cx="1216428" cy="1216428"/>
          </a:xfrm>
          <a:prstGeom prst="line">
            <a:avLst/>
          </a:prstGeom>
          <a:ln cap="flat" w="114300">
            <a:solidFill>
              <a:srgbClr val="152C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12944791" y="7512571"/>
            <a:ext cx="2942644" cy="2942644"/>
          </a:xfrm>
          <a:prstGeom prst="line">
            <a:avLst/>
          </a:prstGeom>
          <a:ln cap="flat" w="114300">
            <a:solidFill>
              <a:srgbClr val="5CE1E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11473469" y="9776779"/>
            <a:ext cx="2942644" cy="2942644"/>
          </a:xfrm>
          <a:prstGeom prst="line">
            <a:avLst/>
          </a:prstGeom>
          <a:ln cap="flat" w="114300">
            <a:solidFill>
              <a:srgbClr val="152C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2118001" y="1688159"/>
            <a:ext cx="491457" cy="480734"/>
          </a:xfrm>
          <a:custGeom>
            <a:avLst/>
            <a:gdLst/>
            <a:ahLst/>
            <a:cxnLst/>
            <a:rect r="r" b="b" t="t" l="l"/>
            <a:pathLst>
              <a:path h="480734" w="491457">
                <a:moveTo>
                  <a:pt x="0" y="0"/>
                </a:moveTo>
                <a:lnTo>
                  <a:pt x="491457" y="0"/>
                </a:lnTo>
                <a:lnTo>
                  <a:pt x="491457" y="480735"/>
                </a:lnTo>
                <a:lnTo>
                  <a:pt x="0" y="4807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118001" y="4941630"/>
            <a:ext cx="11119114" cy="1825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8"/>
              </a:lnSpc>
            </a:pPr>
            <a:r>
              <a:rPr lang="en-US" sz="12099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GRACIAS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84676" y="3712404"/>
            <a:ext cx="11052439" cy="1162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63"/>
              </a:lnSpc>
            </a:pPr>
            <a:r>
              <a:rPr lang="en-US" sz="77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MUCHAS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DAG5NLUvQXQ</dc:identifier>
  <dcterms:modified xsi:type="dcterms:W3CDTF">2011-08-01T06:04:30Z</dcterms:modified>
  <cp:revision>1</cp:revision>
  <dc:title>Presentación Proyecto</dc:title>
</cp:coreProperties>
</file>